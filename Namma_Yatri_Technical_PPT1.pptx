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11"/>
  </p:notesMasterIdLst>
  <p:sldIdLst>
    <p:sldId id="256" r:id="rId2"/>
    <p:sldId id="257" r:id="rId3"/>
    <p:sldId id="258" r:id="rId4"/>
    <p:sldId id="259" r:id="rId5"/>
    <p:sldId id="260" r:id="rId6"/>
    <p:sldId id="261" r:id="rId7"/>
    <p:sldId id="262" r:id="rId8"/>
    <p:sldId id="275" r:id="rId9"/>
    <p:sldId id="27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B96AB9-E0C8-4583-9E75-0A2F952D246C}" v="11" dt="2025-04-13T17:51:36.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likakanojia18@gmail.com" userId="593c3eb3ace6adea" providerId="LiveId" clId="{41B96AB9-E0C8-4583-9E75-0A2F952D246C}"/>
    <pc:docChg chg="custSel modSld">
      <pc:chgData name="madhulikakanojia18@gmail.com" userId="593c3eb3ace6adea" providerId="LiveId" clId="{41B96AB9-E0C8-4583-9E75-0A2F952D246C}" dt="2025-04-13T18:01:21.136" v="172" actId="207"/>
      <pc:docMkLst>
        <pc:docMk/>
      </pc:docMkLst>
      <pc:sldChg chg="addSp delSp modSp mod">
        <pc:chgData name="madhulikakanojia18@gmail.com" userId="593c3eb3ace6adea" providerId="LiveId" clId="{41B96AB9-E0C8-4583-9E75-0A2F952D246C}" dt="2025-04-13T17:52:03.383" v="170" actId="14100"/>
        <pc:sldMkLst>
          <pc:docMk/>
          <pc:sldMk cId="0" sldId="256"/>
        </pc:sldMkLst>
        <pc:spChg chg="mod">
          <ac:chgData name="madhulikakanojia18@gmail.com" userId="593c3eb3ace6adea" providerId="LiveId" clId="{41B96AB9-E0C8-4583-9E75-0A2F952D246C}" dt="2025-04-13T17:51:21.440" v="108" actId="27636"/>
          <ac:spMkLst>
            <pc:docMk/>
            <pc:sldMk cId="0" sldId="256"/>
            <ac:spMk id="2" creationId="{00000000-0000-0000-0000-000000000000}"/>
          </ac:spMkLst>
        </pc:spChg>
        <pc:spChg chg="del mod">
          <ac:chgData name="madhulikakanojia18@gmail.com" userId="593c3eb3ace6adea" providerId="LiveId" clId="{41B96AB9-E0C8-4583-9E75-0A2F952D246C}" dt="2025-04-13T17:40:09.194" v="23" actId="478"/>
          <ac:spMkLst>
            <pc:docMk/>
            <pc:sldMk cId="0" sldId="256"/>
            <ac:spMk id="3" creationId="{00000000-0000-0000-0000-000000000000}"/>
          </ac:spMkLst>
        </pc:spChg>
        <pc:spChg chg="add mod">
          <ac:chgData name="madhulikakanojia18@gmail.com" userId="593c3eb3ace6adea" providerId="LiveId" clId="{41B96AB9-E0C8-4583-9E75-0A2F952D246C}" dt="2025-04-13T17:52:03.383" v="170" actId="14100"/>
          <ac:spMkLst>
            <pc:docMk/>
            <pc:sldMk cId="0" sldId="256"/>
            <ac:spMk id="4" creationId="{E38E3FAA-9D2B-CDE6-293E-515D8E314436}"/>
          </ac:spMkLst>
        </pc:spChg>
        <pc:picChg chg="mod">
          <ac:chgData name="madhulikakanojia18@gmail.com" userId="593c3eb3ace6adea" providerId="LiveId" clId="{41B96AB9-E0C8-4583-9E75-0A2F952D246C}" dt="2025-04-13T17:51:23.715" v="109" actId="1076"/>
          <ac:picMkLst>
            <pc:docMk/>
            <pc:sldMk cId="0" sldId="256"/>
            <ac:picMk id="1026" creationId="{00000000-0000-0000-0000-000000000000}"/>
          </ac:picMkLst>
        </pc:picChg>
      </pc:sldChg>
      <pc:sldChg chg="delSp modSp mod delDesignElem">
        <pc:chgData name="madhulikakanojia18@gmail.com" userId="593c3eb3ace6adea" providerId="LiveId" clId="{41B96AB9-E0C8-4583-9E75-0A2F952D246C}" dt="2025-04-13T17:53:53.102" v="171" actId="20577"/>
        <pc:sldMkLst>
          <pc:docMk/>
          <pc:sldMk cId="0" sldId="257"/>
        </pc:sldMkLst>
        <pc:spChg chg="mod">
          <ac:chgData name="madhulikakanojia18@gmail.com" userId="593c3eb3ace6adea" providerId="LiveId" clId="{41B96AB9-E0C8-4583-9E75-0A2F952D246C}" dt="2025-04-13T17:38:38.609" v="18" actId="27636"/>
          <ac:spMkLst>
            <pc:docMk/>
            <pc:sldMk cId="0" sldId="257"/>
            <ac:spMk id="2" creationId="{00000000-0000-0000-0000-000000000000}"/>
          </ac:spMkLst>
        </pc:spChg>
        <pc:spChg chg="mod">
          <ac:chgData name="madhulikakanojia18@gmail.com" userId="593c3eb3ace6adea" providerId="LiveId" clId="{41B96AB9-E0C8-4583-9E75-0A2F952D246C}" dt="2025-04-13T17:53:53.102" v="171" actId="20577"/>
          <ac:spMkLst>
            <pc:docMk/>
            <pc:sldMk cId="0" sldId="257"/>
            <ac:spMk id="3" creationId="{00000000-0000-0000-0000-000000000000}"/>
          </ac:spMkLst>
        </pc:spChg>
        <pc:spChg chg="del">
          <ac:chgData name="madhulikakanojia18@gmail.com" userId="593c3eb3ace6adea" providerId="LiveId" clId="{41B96AB9-E0C8-4583-9E75-0A2F952D246C}" dt="2025-04-13T17:37:19.897" v="8"/>
          <ac:spMkLst>
            <pc:docMk/>
            <pc:sldMk cId="0" sldId="257"/>
            <ac:spMk id="8" creationId="{DBF61EA3-B236-439E-9C0B-340980D56BEE}"/>
          </ac:spMkLst>
        </pc:spChg>
        <pc:spChg chg="del">
          <ac:chgData name="madhulikakanojia18@gmail.com" userId="593c3eb3ace6adea" providerId="LiveId" clId="{41B96AB9-E0C8-4583-9E75-0A2F952D246C}" dt="2025-04-13T17:37:19.897" v="8"/>
          <ac:spMkLst>
            <pc:docMk/>
            <pc:sldMk cId="0" sldId="257"/>
            <ac:spMk id="14" creationId="{E659831F-0D9A-4C63-9EBB-8435B85A440F}"/>
          </ac:spMkLst>
        </pc:spChg>
        <pc:grpChg chg="del">
          <ac:chgData name="madhulikakanojia18@gmail.com" userId="593c3eb3ace6adea" providerId="LiveId" clId="{41B96AB9-E0C8-4583-9E75-0A2F952D246C}" dt="2025-04-13T17:37:19.897" v="8"/>
          <ac:grpSpMkLst>
            <pc:docMk/>
            <pc:sldMk cId="0" sldId="257"/>
            <ac:grpSpMk id="10" creationId="{28FAF094-D087-493F-8DF9-A486C2D6BBAA}"/>
          </ac:grpSpMkLst>
        </pc:grpChg>
      </pc:sldChg>
      <pc:sldChg chg="delSp modSp mod delDesignElem">
        <pc:chgData name="madhulikakanojia18@gmail.com" userId="593c3eb3ace6adea" providerId="LiveId" clId="{41B96AB9-E0C8-4583-9E75-0A2F952D246C}" dt="2025-04-13T17:44:15.388" v="54" actId="123"/>
        <pc:sldMkLst>
          <pc:docMk/>
          <pc:sldMk cId="0" sldId="258"/>
        </pc:sldMkLst>
        <pc:spChg chg="mod">
          <ac:chgData name="madhulikakanojia18@gmail.com" userId="593c3eb3ace6adea" providerId="LiveId" clId="{41B96AB9-E0C8-4583-9E75-0A2F952D246C}" dt="2025-04-13T17:44:15.388" v="54" actId="123"/>
          <ac:spMkLst>
            <pc:docMk/>
            <pc:sldMk cId="0" sldId="258"/>
            <ac:spMk id="3" creationId="{00000000-0000-0000-0000-000000000000}"/>
          </ac:spMkLst>
        </pc:spChg>
        <pc:spChg chg="del">
          <ac:chgData name="madhulikakanojia18@gmail.com" userId="593c3eb3ace6adea" providerId="LiveId" clId="{41B96AB9-E0C8-4583-9E75-0A2F952D246C}" dt="2025-04-13T17:37:19.897" v="8"/>
          <ac:spMkLst>
            <pc:docMk/>
            <pc:sldMk cId="0" sldId="258"/>
            <ac:spMk id="8" creationId="{DBF61EA3-B236-439E-9C0B-340980D56BEE}"/>
          </ac:spMkLst>
        </pc:spChg>
        <pc:spChg chg="del">
          <ac:chgData name="madhulikakanojia18@gmail.com" userId="593c3eb3ace6adea" providerId="LiveId" clId="{41B96AB9-E0C8-4583-9E75-0A2F952D246C}" dt="2025-04-13T17:37:19.897" v="8"/>
          <ac:spMkLst>
            <pc:docMk/>
            <pc:sldMk cId="0" sldId="258"/>
            <ac:spMk id="14" creationId="{E659831F-0D9A-4C63-9EBB-8435B85A440F}"/>
          </ac:spMkLst>
        </pc:spChg>
        <pc:grpChg chg="del">
          <ac:chgData name="madhulikakanojia18@gmail.com" userId="593c3eb3ace6adea" providerId="LiveId" clId="{41B96AB9-E0C8-4583-9E75-0A2F952D246C}" dt="2025-04-13T17:37:19.897" v="8"/>
          <ac:grpSpMkLst>
            <pc:docMk/>
            <pc:sldMk cId="0" sldId="258"/>
            <ac:grpSpMk id="10" creationId="{28FAF094-D087-493F-8DF9-A486C2D6BBAA}"/>
          </ac:grpSpMkLst>
        </pc:grpChg>
      </pc:sldChg>
      <pc:sldChg chg="delSp modSp mod delDesignElem">
        <pc:chgData name="madhulikakanojia18@gmail.com" userId="593c3eb3ace6adea" providerId="LiveId" clId="{41B96AB9-E0C8-4583-9E75-0A2F952D246C}" dt="2025-04-13T17:45:41.953" v="65" actId="14100"/>
        <pc:sldMkLst>
          <pc:docMk/>
          <pc:sldMk cId="0" sldId="259"/>
        </pc:sldMkLst>
        <pc:spChg chg="mod">
          <ac:chgData name="madhulikakanojia18@gmail.com" userId="593c3eb3ace6adea" providerId="LiveId" clId="{41B96AB9-E0C8-4583-9E75-0A2F952D246C}" dt="2025-04-13T17:44:29.196" v="55" actId="20577"/>
          <ac:spMkLst>
            <pc:docMk/>
            <pc:sldMk cId="0" sldId="259"/>
            <ac:spMk id="2" creationId="{00000000-0000-0000-0000-000000000000}"/>
          </ac:spMkLst>
        </pc:spChg>
        <pc:spChg chg="mod">
          <ac:chgData name="madhulikakanojia18@gmail.com" userId="593c3eb3ace6adea" providerId="LiveId" clId="{41B96AB9-E0C8-4583-9E75-0A2F952D246C}" dt="2025-04-13T17:45:41.953" v="65" actId="14100"/>
          <ac:spMkLst>
            <pc:docMk/>
            <pc:sldMk cId="0" sldId="259"/>
            <ac:spMk id="3" creationId="{00000000-0000-0000-0000-000000000000}"/>
          </ac:spMkLst>
        </pc:spChg>
        <pc:spChg chg="del">
          <ac:chgData name="madhulikakanojia18@gmail.com" userId="593c3eb3ace6adea" providerId="LiveId" clId="{41B96AB9-E0C8-4583-9E75-0A2F952D246C}" dt="2025-04-13T17:37:19.897" v="8"/>
          <ac:spMkLst>
            <pc:docMk/>
            <pc:sldMk cId="0" sldId="259"/>
            <ac:spMk id="8" creationId="{DBF61EA3-B236-439E-9C0B-340980D56BEE}"/>
          </ac:spMkLst>
        </pc:spChg>
        <pc:spChg chg="del">
          <ac:chgData name="madhulikakanojia18@gmail.com" userId="593c3eb3ace6adea" providerId="LiveId" clId="{41B96AB9-E0C8-4583-9E75-0A2F952D246C}" dt="2025-04-13T17:37:19.897" v="8"/>
          <ac:spMkLst>
            <pc:docMk/>
            <pc:sldMk cId="0" sldId="259"/>
            <ac:spMk id="14" creationId="{E659831F-0D9A-4C63-9EBB-8435B85A440F}"/>
          </ac:spMkLst>
        </pc:spChg>
        <pc:grpChg chg="del">
          <ac:chgData name="madhulikakanojia18@gmail.com" userId="593c3eb3ace6adea" providerId="LiveId" clId="{41B96AB9-E0C8-4583-9E75-0A2F952D246C}" dt="2025-04-13T17:37:19.897" v="8"/>
          <ac:grpSpMkLst>
            <pc:docMk/>
            <pc:sldMk cId="0" sldId="259"/>
            <ac:grpSpMk id="10" creationId="{28FAF094-D087-493F-8DF9-A486C2D6BBAA}"/>
          </ac:grpSpMkLst>
        </pc:grpChg>
      </pc:sldChg>
      <pc:sldChg chg="delSp modSp mod delDesignElem">
        <pc:chgData name="madhulikakanojia18@gmail.com" userId="593c3eb3ace6adea" providerId="LiveId" clId="{41B96AB9-E0C8-4583-9E75-0A2F952D246C}" dt="2025-04-13T17:46:15.916" v="69" actId="1076"/>
        <pc:sldMkLst>
          <pc:docMk/>
          <pc:sldMk cId="0" sldId="260"/>
        </pc:sldMkLst>
        <pc:spChg chg="mod">
          <ac:chgData name="madhulikakanojia18@gmail.com" userId="593c3eb3ace6adea" providerId="LiveId" clId="{41B96AB9-E0C8-4583-9E75-0A2F952D246C}" dt="2025-04-13T17:46:12.396" v="68" actId="1076"/>
          <ac:spMkLst>
            <pc:docMk/>
            <pc:sldMk cId="0" sldId="260"/>
            <ac:spMk id="3" creationId="{00000000-0000-0000-0000-000000000000}"/>
          </ac:spMkLst>
        </pc:spChg>
        <pc:spChg chg="del">
          <ac:chgData name="madhulikakanojia18@gmail.com" userId="593c3eb3ace6adea" providerId="LiveId" clId="{41B96AB9-E0C8-4583-9E75-0A2F952D246C}" dt="2025-04-13T17:37:19.897" v="8"/>
          <ac:spMkLst>
            <pc:docMk/>
            <pc:sldMk cId="0" sldId="260"/>
            <ac:spMk id="14" creationId="{E659831F-0D9A-4C63-9EBB-8435B85A440F}"/>
          </ac:spMkLst>
        </pc:spChg>
        <pc:spChg chg="del">
          <ac:chgData name="madhulikakanojia18@gmail.com" userId="593c3eb3ace6adea" providerId="LiveId" clId="{41B96AB9-E0C8-4583-9E75-0A2F952D246C}" dt="2025-04-13T17:37:19.897" v="8"/>
          <ac:spMkLst>
            <pc:docMk/>
            <pc:sldMk cId="0" sldId="260"/>
            <ac:spMk id="15" creationId="{058A14AF-9FB5-4CC7-BA35-E8E85D3EDF0E}"/>
          </ac:spMkLst>
        </pc:spChg>
        <pc:spChg chg="del">
          <ac:chgData name="madhulikakanojia18@gmail.com" userId="593c3eb3ace6adea" providerId="LiveId" clId="{41B96AB9-E0C8-4583-9E75-0A2F952D246C}" dt="2025-04-13T17:37:19.897" v="8"/>
          <ac:spMkLst>
            <pc:docMk/>
            <pc:sldMk cId="0" sldId="260"/>
            <ac:spMk id="16" creationId="{E6995CE5-F890-4ABA-82A2-26507CE8D2A3}"/>
          </ac:spMkLst>
        </pc:spChg>
        <pc:spChg chg="del">
          <ac:chgData name="madhulikakanojia18@gmail.com" userId="593c3eb3ace6adea" providerId="LiveId" clId="{41B96AB9-E0C8-4583-9E75-0A2F952D246C}" dt="2025-04-13T17:37:19.897" v="8"/>
          <ac:spMkLst>
            <pc:docMk/>
            <pc:sldMk cId="0" sldId="260"/>
            <ac:spMk id="17" creationId="{3A9A4357-BD1D-4622-A4FE-766E6AB8DE84}"/>
          </ac:spMkLst>
        </pc:spChg>
        <pc:picChg chg="mod">
          <ac:chgData name="madhulikakanojia18@gmail.com" userId="593c3eb3ace6adea" providerId="LiveId" clId="{41B96AB9-E0C8-4583-9E75-0A2F952D246C}" dt="2025-04-13T17:46:15.916" v="69" actId="1076"/>
          <ac:picMkLst>
            <pc:docMk/>
            <pc:sldMk cId="0" sldId="260"/>
            <ac:picMk id="5" creationId="{1E234B7B-1535-D488-8678-83CF1AEE27E5}"/>
          </ac:picMkLst>
        </pc:picChg>
      </pc:sldChg>
      <pc:sldChg chg="addSp delSp modSp mod delDesignElem">
        <pc:chgData name="madhulikakanojia18@gmail.com" userId="593c3eb3ace6adea" providerId="LiveId" clId="{41B96AB9-E0C8-4583-9E75-0A2F952D246C}" dt="2025-04-13T17:47:24.752" v="75" actId="2710"/>
        <pc:sldMkLst>
          <pc:docMk/>
          <pc:sldMk cId="0" sldId="261"/>
        </pc:sldMkLst>
        <pc:spChg chg="add mod">
          <ac:chgData name="madhulikakanojia18@gmail.com" userId="593c3eb3ace6adea" providerId="LiveId" clId="{41B96AB9-E0C8-4583-9E75-0A2F952D246C}" dt="2025-04-13T17:47:24.752" v="75" actId="2710"/>
          <ac:spMkLst>
            <pc:docMk/>
            <pc:sldMk cId="0" sldId="261"/>
            <ac:spMk id="4" creationId="{857BCB77-F367-2BFF-4CE0-CEF3A423E32E}"/>
          </ac:spMkLst>
        </pc:spChg>
        <pc:spChg chg="del">
          <ac:chgData name="madhulikakanojia18@gmail.com" userId="593c3eb3ace6adea" providerId="LiveId" clId="{41B96AB9-E0C8-4583-9E75-0A2F952D246C}" dt="2025-04-13T17:37:19.897" v="8"/>
          <ac:spMkLst>
            <pc:docMk/>
            <pc:sldMk cId="0" sldId="261"/>
            <ac:spMk id="21" creationId="{058A14AF-9FB5-4CC7-BA35-E8E85D3EDF0E}"/>
          </ac:spMkLst>
        </pc:spChg>
        <pc:spChg chg="del">
          <ac:chgData name="madhulikakanojia18@gmail.com" userId="593c3eb3ace6adea" providerId="LiveId" clId="{41B96AB9-E0C8-4583-9E75-0A2F952D246C}" dt="2025-04-13T17:37:19.897" v="8"/>
          <ac:spMkLst>
            <pc:docMk/>
            <pc:sldMk cId="0" sldId="261"/>
            <ac:spMk id="23" creationId="{3A9A4357-BD1D-4622-A4FE-766E6AB8DE84}"/>
          </ac:spMkLst>
        </pc:spChg>
        <pc:spChg chg="del">
          <ac:chgData name="madhulikakanojia18@gmail.com" userId="593c3eb3ace6adea" providerId="LiveId" clId="{41B96AB9-E0C8-4583-9E75-0A2F952D246C}" dt="2025-04-13T17:37:19.897" v="8"/>
          <ac:spMkLst>
            <pc:docMk/>
            <pc:sldMk cId="0" sldId="261"/>
            <ac:spMk id="25" creationId="{E659831F-0D9A-4C63-9EBB-8435B85A440F}"/>
          </ac:spMkLst>
        </pc:spChg>
        <pc:spChg chg="del">
          <ac:chgData name="madhulikakanojia18@gmail.com" userId="593c3eb3ace6adea" providerId="LiveId" clId="{41B96AB9-E0C8-4583-9E75-0A2F952D246C}" dt="2025-04-13T17:37:19.897" v="8"/>
          <ac:spMkLst>
            <pc:docMk/>
            <pc:sldMk cId="0" sldId="261"/>
            <ac:spMk id="27" creationId="{E6995CE5-F890-4ABA-82A2-26507CE8D2A3}"/>
          </ac:spMkLst>
        </pc:spChg>
        <pc:graphicFrameChg chg="del">
          <ac:chgData name="madhulikakanojia18@gmail.com" userId="593c3eb3ace6adea" providerId="LiveId" clId="{41B96AB9-E0C8-4583-9E75-0A2F952D246C}" dt="2025-04-13T17:47:00.459" v="70" actId="478"/>
          <ac:graphicFrameMkLst>
            <pc:docMk/>
            <pc:sldMk cId="0" sldId="261"/>
            <ac:graphicFrameMk id="5" creationId="{09AB8C86-97FE-0F7A-7C7F-26CFC9373B25}"/>
          </ac:graphicFrameMkLst>
        </pc:graphicFrameChg>
      </pc:sldChg>
      <pc:sldChg chg="delSp modSp mod delDesignElem">
        <pc:chgData name="madhulikakanojia18@gmail.com" userId="593c3eb3ace6adea" providerId="LiveId" clId="{41B96AB9-E0C8-4583-9E75-0A2F952D246C}" dt="2025-04-13T17:48:48.717" v="94" actId="27636"/>
        <pc:sldMkLst>
          <pc:docMk/>
          <pc:sldMk cId="0" sldId="262"/>
        </pc:sldMkLst>
        <pc:spChg chg="mod">
          <ac:chgData name="madhulikakanojia18@gmail.com" userId="593c3eb3ace6adea" providerId="LiveId" clId="{41B96AB9-E0C8-4583-9E75-0A2F952D246C}" dt="2025-04-13T17:48:48.717" v="94" actId="27636"/>
          <ac:spMkLst>
            <pc:docMk/>
            <pc:sldMk cId="0" sldId="262"/>
            <ac:spMk id="3" creationId="{00000000-0000-0000-0000-000000000000}"/>
          </ac:spMkLst>
        </pc:spChg>
        <pc:spChg chg="del">
          <ac:chgData name="madhulikakanojia18@gmail.com" userId="593c3eb3ace6adea" providerId="LiveId" clId="{41B96AB9-E0C8-4583-9E75-0A2F952D246C}" dt="2025-04-13T17:37:19.897" v="8"/>
          <ac:spMkLst>
            <pc:docMk/>
            <pc:sldMk cId="0" sldId="262"/>
            <ac:spMk id="9" creationId="{058A14AF-9FB5-4CC7-BA35-E8E85D3EDF0E}"/>
          </ac:spMkLst>
        </pc:spChg>
        <pc:spChg chg="del">
          <ac:chgData name="madhulikakanojia18@gmail.com" userId="593c3eb3ace6adea" providerId="LiveId" clId="{41B96AB9-E0C8-4583-9E75-0A2F952D246C}" dt="2025-04-13T17:37:19.897" v="8"/>
          <ac:spMkLst>
            <pc:docMk/>
            <pc:sldMk cId="0" sldId="262"/>
            <ac:spMk id="11" creationId="{3A9A4357-BD1D-4622-A4FE-766E6AB8DE84}"/>
          </ac:spMkLst>
        </pc:spChg>
        <pc:spChg chg="del">
          <ac:chgData name="madhulikakanojia18@gmail.com" userId="593c3eb3ace6adea" providerId="LiveId" clId="{41B96AB9-E0C8-4583-9E75-0A2F952D246C}" dt="2025-04-13T17:37:19.897" v="8"/>
          <ac:spMkLst>
            <pc:docMk/>
            <pc:sldMk cId="0" sldId="262"/>
            <ac:spMk id="13" creationId="{E659831F-0D9A-4C63-9EBB-8435B85A440F}"/>
          </ac:spMkLst>
        </pc:spChg>
        <pc:spChg chg="del">
          <ac:chgData name="madhulikakanojia18@gmail.com" userId="593c3eb3ace6adea" providerId="LiveId" clId="{41B96AB9-E0C8-4583-9E75-0A2F952D246C}" dt="2025-04-13T17:37:19.897" v="8"/>
          <ac:spMkLst>
            <pc:docMk/>
            <pc:sldMk cId="0" sldId="262"/>
            <ac:spMk id="15" creationId="{E6995CE5-F890-4ABA-82A2-26507CE8D2A3}"/>
          </ac:spMkLst>
        </pc:spChg>
        <pc:picChg chg="mod">
          <ac:chgData name="madhulikakanojia18@gmail.com" userId="593c3eb3ace6adea" providerId="LiveId" clId="{41B96AB9-E0C8-4583-9E75-0A2F952D246C}" dt="2025-04-13T17:47:41.171" v="77" actId="1076"/>
          <ac:picMkLst>
            <pc:docMk/>
            <pc:sldMk cId="0" sldId="262"/>
            <ac:picMk id="4" creationId="{00000000-0000-0000-0000-000000000000}"/>
          </ac:picMkLst>
        </pc:picChg>
      </pc:sldChg>
      <pc:sldChg chg="delSp modSp mod delDesignElem">
        <pc:chgData name="madhulikakanojia18@gmail.com" userId="593c3eb3ace6adea" providerId="LiveId" clId="{41B96AB9-E0C8-4583-9E75-0A2F952D246C}" dt="2025-04-13T17:49:50.557" v="104" actId="14100"/>
        <pc:sldMkLst>
          <pc:docMk/>
          <pc:sldMk cId="0" sldId="275"/>
        </pc:sldMkLst>
        <pc:spChg chg="mod">
          <ac:chgData name="madhulikakanojia18@gmail.com" userId="593c3eb3ace6adea" providerId="LiveId" clId="{41B96AB9-E0C8-4583-9E75-0A2F952D246C}" dt="2025-04-13T17:38:38.660" v="19" actId="27636"/>
          <ac:spMkLst>
            <pc:docMk/>
            <pc:sldMk cId="0" sldId="275"/>
            <ac:spMk id="2" creationId="{00000000-0000-0000-0000-000000000000}"/>
          </ac:spMkLst>
        </pc:spChg>
        <pc:spChg chg="mod">
          <ac:chgData name="madhulikakanojia18@gmail.com" userId="593c3eb3ace6adea" providerId="LiveId" clId="{41B96AB9-E0C8-4583-9E75-0A2F952D246C}" dt="2025-04-13T17:49:50.557" v="104" actId="14100"/>
          <ac:spMkLst>
            <pc:docMk/>
            <pc:sldMk cId="0" sldId="275"/>
            <ac:spMk id="3" creationId="{00000000-0000-0000-0000-000000000000}"/>
          </ac:spMkLst>
        </pc:spChg>
        <pc:spChg chg="del">
          <ac:chgData name="madhulikakanojia18@gmail.com" userId="593c3eb3ace6adea" providerId="LiveId" clId="{41B96AB9-E0C8-4583-9E75-0A2F952D246C}" dt="2025-04-13T17:37:19.897" v="8"/>
          <ac:spMkLst>
            <pc:docMk/>
            <pc:sldMk cId="0" sldId="275"/>
            <ac:spMk id="8" creationId="{DBF61EA3-B236-439E-9C0B-340980D56BEE}"/>
          </ac:spMkLst>
        </pc:spChg>
        <pc:spChg chg="del">
          <ac:chgData name="madhulikakanojia18@gmail.com" userId="593c3eb3ace6adea" providerId="LiveId" clId="{41B96AB9-E0C8-4583-9E75-0A2F952D246C}" dt="2025-04-13T17:37:19.897" v="8"/>
          <ac:spMkLst>
            <pc:docMk/>
            <pc:sldMk cId="0" sldId="275"/>
            <ac:spMk id="14" creationId="{E659831F-0D9A-4C63-9EBB-8435B85A440F}"/>
          </ac:spMkLst>
        </pc:spChg>
        <pc:grpChg chg="del">
          <ac:chgData name="madhulikakanojia18@gmail.com" userId="593c3eb3ace6adea" providerId="LiveId" clId="{41B96AB9-E0C8-4583-9E75-0A2F952D246C}" dt="2025-04-13T17:37:19.897" v="8"/>
          <ac:grpSpMkLst>
            <pc:docMk/>
            <pc:sldMk cId="0" sldId="275"/>
            <ac:grpSpMk id="10" creationId="{28FAF094-D087-493F-8DF9-A486C2D6BBAA}"/>
          </ac:grpSpMkLst>
        </pc:grpChg>
      </pc:sldChg>
      <pc:sldChg chg="delSp modSp mod delDesignElem">
        <pc:chgData name="madhulikakanojia18@gmail.com" userId="593c3eb3ace6adea" providerId="LiveId" clId="{41B96AB9-E0C8-4583-9E75-0A2F952D246C}" dt="2025-04-13T18:01:21.136" v="172" actId="207"/>
        <pc:sldMkLst>
          <pc:docMk/>
          <pc:sldMk cId="0" sldId="276"/>
        </pc:sldMkLst>
        <pc:spChg chg="del">
          <ac:chgData name="madhulikakanojia18@gmail.com" userId="593c3eb3ace6adea" providerId="LiveId" clId="{41B96AB9-E0C8-4583-9E75-0A2F952D246C}" dt="2025-04-13T17:37:19.897" v="8"/>
          <ac:spMkLst>
            <pc:docMk/>
            <pc:sldMk cId="0" sldId="276"/>
            <ac:spMk id="24" creationId="{5C8908E2-EE49-44D2-9428-A28D2312A8D5}"/>
          </ac:spMkLst>
        </pc:spChg>
        <pc:spChg chg="del">
          <ac:chgData name="madhulikakanojia18@gmail.com" userId="593c3eb3ace6adea" providerId="LiveId" clId="{41B96AB9-E0C8-4583-9E75-0A2F952D246C}" dt="2025-04-13T17:37:19.897" v="8"/>
          <ac:spMkLst>
            <pc:docMk/>
            <pc:sldMk cId="0" sldId="276"/>
            <ac:spMk id="30" creationId="{7449A6C7-D15F-4AA5-BFA5-71A404B47016}"/>
          </ac:spMkLst>
        </pc:spChg>
        <pc:spChg chg="del">
          <ac:chgData name="madhulikakanojia18@gmail.com" userId="593c3eb3ace6adea" providerId="LiveId" clId="{41B96AB9-E0C8-4583-9E75-0A2F952D246C}" dt="2025-04-13T17:37:19.897" v="8"/>
          <ac:spMkLst>
            <pc:docMk/>
            <pc:sldMk cId="0" sldId="276"/>
            <ac:spMk id="32" creationId="{ED888B23-07FA-482A-96DF-47E31AF1A603}"/>
          </ac:spMkLst>
        </pc:spChg>
        <pc:grpChg chg="del">
          <ac:chgData name="madhulikakanojia18@gmail.com" userId="593c3eb3ace6adea" providerId="LiveId" clId="{41B96AB9-E0C8-4583-9E75-0A2F952D246C}" dt="2025-04-13T17:37:19.897" v="8"/>
          <ac:grpSpMkLst>
            <pc:docMk/>
            <pc:sldMk cId="0" sldId="276"/>
            <ac:grpSpMk id="26" creationId="{05314994-6337-4875-8CF5-652CAFE8342C}"/>
          </ac:grpSpMkLst>
        </pc:grpChg>
        <pc:graphicFrameChg chg="mod modGraphic">
          <ac:chgData name="madhulikakanojia18@gmail.com" userId="593c3eb3ace6adea" providerId="LiveId" clId="{41B96AB9-E0C8-4583-9E75-0A2F952D246C}" dt="2025-04-13T18:01:21.136" v="172" actId="207"/>
          <ac:graphicFrameMkLst>
            <pc:docMk/>
            <pc:sldMk cId="0" sldId="276"/>
            <ac:graphicFrameMk id="6" creationId="{1B253D98-63F1-7171-0C26-5F4272976BB9}"/>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74F3A2-5FB0-483A-BAC0-7DA5AB855DEB}"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6E555120-DE4F-4E02-8C75-1082CE0423B5}">
      <dgm:prSet/>
      <dgm:spPr/>
      <dgm:t>
        <a:bodyPr/>
        <a:lstStyle/>
        <a:p>
          <a:r>
            <a:rPr lang="en-US">
              <a:solidFill>
                <a:schemeClr val="tx1"/>
              </a:solidFill>
            </a:rPr>
            <a:t>Data-driven insights help optimize ride-hailing operations.</a:t>
          </a:r>
        </a:p>
      </dgm:t>
    </dgm:pt>
    <dgm:pt modelId="{BFB1AA16-9A65-4DB4-8A8B-5C2AA31B867B}" type="parTrans" cxnId="{587E70E9-9F52-4636-9D23-11C85F1D5323}">
      <dgm:prSet/>
      <dgm:spPr/>
      <dgm:t>
        <a:bodyPr/>
        <a:lstStyle/>
        <a:p>
          <a:endParaRPr lang="en-US">
            <a:solidFill>
              <a:schemeClr val="tx1"/>
            </a:solidFill>
          </a:endParaRPr>
        </a:p>
      </dgm:t>
    </dgm:pt>
    <dgm:pt modelId="{BE721590-72C4-49E1-927E-C78B8B826C1E}" type="sibTrans" cxnId="{587E70E9-9F52-4636-9D23-11C85F1D5323}">
      <dgm:prSet/>
      <dgm:spPr/>
      <dgm:t>
        <a:bodyPr/>
        <a:lstStyle/>
        <a:p>
          <a:endParaRPr lang="en-US">
            <a:solidFill>
              <a:schemeClr val="tx1"/>
            </a:solidFill>
          </a:endParaRPr>
        </a:p>
      </dgm:t>
    </dgm:pt>
    <dgm:pt modelId="{A94025C8-8622-4ECF-901C-991D3FC1563F}">
      <dgm:prSet/>
      <dgm:spPr/>
      <dgm:t>
        <a:bodyPr/>
        <a:lstStyle/>
        <a:p>
          <a:r>
            <a:rPr lang="en-US">
              <a:solidFill>
                <a:schemeClr val="tx1"/>
              </a:solidFill>
            </a:rPr>
            <a:t>Reducing cancellations &amp; improving pricing can boost customer retention.</a:t>
          </a:r>
        </a:p>
      </dgm:t>
    </dgm:pt>
    <dgm:pt modelId="{ED4A2CE4-90C8-4B95-BCDA-D8FEAA45893D}" type="parTrans" cxnId="{903CCD8F-262D-4F50-984B-2F91B7C0B4CD}">
      <dgm:prSet/>
      <dgm:spPr/>
      <dgm:t>
        <a:bodyPr/>
        <a:lstStyle/>
        <a:p>
          <a:endParaRPr lang="en-US">
            <a:solidFill>
              <a:schemeClr val="tx1"/>
            </a:solidFill>
          </a:endParaRPr>
        </a:p>
      </dgm:t>
    </dgm:pt>
    <dgm:pt modelId="{17556E90-D09F-4232-B601-67E045D4D921}" type="sibTrans" cxnId="{903CCD8F-262D-4F50-984B-2F91B7C0B4CD}">
      <dgm:prSet/>
      <dgm:spPr/>
      <dgm:t>
        <a:bodyPr/>
        <a:lstStyle/>
        <a:p>
          <a:endParaRPr lang="en-US">
            <a:solidFill>
              <a:schemeClr val="tx1"/>
            </a:solidFill>
          </a:endParaRPr>
        </a:p>
      </dgm:t>
    </dgm:pt>
    <dgm:pt modelId="{ABCBDA65-E7E6-4C52-B5C5-AEF88C1639DC}">
      <dgm:prSet/>
      <dgm:spPr/>
      <dgm:t>
        <a:bodyPr/>
        <a:lstStyle/>
        <a:p>
          <a:r>
            <a:rPr lang="en-US">
              <a:solidFill>
                <a:schemeClr val="tx1"/>
              </a:solidFill>
            </a:rPr>
            <a:t>Smart allocation of drivers increases efficiency &amp; service quality.</a:t>
          </a:r>
        </a:p>
      </dgm:t>
    </dgm:pt>
    <dgm:pt modelId="{00781A21-3381-4D3B-8DB1-5F065BEE01C1}" type="parTrans" cxnId="{40581772-1AC7-405B-A833-D779AA15508B}">
      <dgm:prSet/>
      <dgm:spPr/>
      <dgm:t>
        <a:bodyPr/>
        <a:lstStyle/>
        <a:p>
          <a:endParaRPr lang="en-US">
            <a:solidFill>
              <a:schemeClr val="tx1"/>
            </a:solidFill>
          </a:endParaRPr>
        </a:p>
      </dgm:t>
    </dgm:pt>
    <dgm:pt modelId="{D1642107-FE2C-4AF0-8204-63268B4ADF82}" type="sibTrans" cxnId="{40581772-1AC7-405B-A833-D779AA15508B}">
      <dgm:prSet/>
      <dgm:spPr/>
      <dgm:t>
        <a:bodyPr/>
        <a:lstStyle/>
        <a:p>
          <a:endParaRPr lang="en-US">
            <a:solidFill>
              <a:schemeClr val="tx1"/>
            </a:solidFill>
          </a:endParaRPr>
        </a:p>
      </dgm:t>
    </dgm:pt>
    <dgm:pt modelId="{AAF42DCA-4622-44B5-ADA5-6B2741503BC5}">
      <dgm:prSet/>
      <dgm:spPr/>
      <dgm:t>
        <a:bodyPr/>
        <a:lstStyle/>
        <a:p>
          <a:r>
            <a:rPr lang="en-US">
              <a:solidFill>
                <a:schemeClr val="tx1"/>
              </a:solidFill>
            </a:rPr>
            <a:t>Digital transformation strategies will enhance financial performance.</a:t>
          </a:r>
        </a:p>
      </dgm:t>
    </dgm:pt>
    <dgm:pt modelId="{910DDA60-E6AE-4A1F-AFF3-391B9A5D0BD8}" type="parTrans" cxnId="{3E4BE302-A2DA-44FA-BFDD-F060051FE946}">
      <dgm:prSet/>
      <dgm:spPr/>
      <dgm:t>
        <a:bodyPr/>
        <a:lstStyle/>
        <a:p>
          <a:endParaRPr lang="en-US">
            <a:solidFill>
              <a:schemeClr val="tx1"/>
            </a:solidFill>
          </a:endParaRPr>
        </a:p>
      </dgm:t>
    </dgm:pt>
    <dgm:pt modelId="{A961172E-F0CF-4C2B-9C69-55E77AA1DDD7}" type="sibTrans" cxnId="{3E4BE302-A2DA-44FA-BFDD-F060051FE946}">
      <dgm:prSet/>
      <dgm:spPr/>
      <dgm:t>
        <a:bodyPr/>
        <a:lstStyle/>
        <a:p>
          <a:endParaRPr lang="en-US">
            <a:solidFill>
              <a:schemeClr val="tx1"/>
            </a:solidFill>
          </a:endParaRPr>
        </a:p>
      </dgm:t>
    </dgm:pt>
    <dgm:pt modelId="{6805CA3B-E358-4C18-BC3C-C4595AECA74B}" type="pres">
      <dgm:prSet presAssocID="{A874F3A2-5FB0-483A-BAC0-7DA5AB855DEB}" presName="Name0" presStyleCnt="0">
        <dgm:presLayoutVars>
          <dgm:dir/>
          <dgm:animLvl val="lvl"/>
          <dgm:resizeHandles val="exact"/>
        </dgm:presLayoutVars>
      </dgm:prSet>
      <dgm:spPr/>
    </dgm:pt>
    <dgm:pt modelId="{74DC0553-EDA4-41DF-BCEF-95EC427C05CE}" type="pres">
      <dgm:prSet presAssocID="{AAF42DCA-4622-44B5-ADA5-6B2741503BC5}" presName="boxAndChildren" presStyleCnt="0"/>
      <dgm:spPr/>
    </dgm:pt>
    <dgm:pt modelId="{49BE287A-CA9B-4203-8E14-9BA138E93FD9}" type="pres">
      <dgm:prSet presAssocID="{AAF42DCA-4622-44B5-ADA5-6B2741503BC5}" presName="parentTextBox" presStyleLbl="node1" presStyleIdx="0" presStyleCnt="4"/>
      <dgm:spPr/>
    </dgm:pt>
    <dgm:pt modelId="{59575E57-0E66-403A-AD6C-0E8C0139852F}" type="pres">
      <dgm:prSet presAssocID="{D1642107-FE2C-4AF0-8204-63268B4ADF82}" presName="sp" presStyleCnt="0"/>
      <dgm:spPr/>
    </dgm:pt>
    <dgm:pt modelId="{A2BCB0C6-4ED1-4B44-B2B0-2D74AF991B99}" type="pres">
      <dgm:prSet presAssocID="{ABCBDA65-E7E6-4C52-B5C5-AEF88C1639DC}" presName="arrowAndChildren" presStyleCnt="0"/>
      <dgm:spPr/>
    </dgm:pt>
    <dgm:pt modelId="{2BD91B95-94C3-4594-9442-5295F99346E2}" type="pres">
      <dgm:prSet presAssocID="{ABCBDA65-E7E6-4C52-B5C5-AEF88C1639DC}" presName="parentTextArrow" presStyleLbl="node1" presStyleIdx="1" presStyleCnt="4"/>
      <dgm:spPr/>
    </dgm:pt>
    <dgm:pt modelId="{65DD8398-8F04-47AC-BBBE-AAEE5ABE162A}" type="pres">
      <dgm:prSet presAssocID="{17556E90-D09F-4232-B601-67E045D4D921}" presName="sp" presStyleCnt="0"/>
      <dgm:spPr/>
    </dgm:pt>
    <dgm:pt modelId="{C79978BA-F9A9-4BDC-BB76-278FF02FF7D5}" type="pres">
      <dgm:prSet presAssocID="{A94025C8-8622-4ECF-901C-991D3FC1563F}" presName="arrowAndChildren" presStyleCnt="0"/>
      <dgm:spPr/>
    </dgm:pt>
    <dgm:pt modelId="{E252F57C-8355-435F-8A18-3575A1282FB6}" type="pres">
      <dgm:prSet presAssocID="{A94025C8-8622-4ECF-901C-991D3FC1563F}" presName="parentTextArrow" presStyleLbl="node1" presStyleIdx="2" presStyleCnt="4"/>
      <dgm:spPr/>
    </dgm:pt>
    <dgm:pt modelId="{0143C09A-2C4E-473B-BE98-11C28E2AE110}" type="pres">
      <dgm:prSet presAssocID="{BE721590-72C4-49E1-927E-C78B8B826C1E}" presName="sp" presStyleCnt="0"/>
      <dgm:spPr/>
    </dgm:pt>
    <dgm:pt modelId="{934E418D-5A80-431D-A62A-FF83033F22E8}" type="pres">
      <dgm:prSet presAssocID="{6E555120-DE4F-4E02-8C75-1082CE0423B5}" presName="arrowAndChildren" presStyleCnt="0"/>
      <dgm:spPr/>
    </dgm:pt>
    <dgm:pt modelId="{E4384CDC-05A1-4083-B2C0-349D809483DC}" type="pres">
      <dgm:prSet presAssocID="{6E555120-DE4F-4E02-8C75-1082CE0423B5}" presName="parentTextArrow" presStyleLbl="node1" presStyleIdx="3" presStyleCnt="4"/>
      <dgm:spPr/>
    </dgm:pt>
  </dgm:ptLst>
  <dgm:cxnLst>
    <dgm:cxn modelId="{3E4BE302-A2DA-44FA-BFDD-F060051FE946}" srcId="{A874F3A2-5FB0-483A-BAC0-7DA5AB855DEB}" destId="{AAF42DCA-4622-44B5-ADA5-6B2741503BC5}" srcOrd="3" destOrd="0" parTransId="{910DDA60-E6AE-4A1F-AFF3-391B9A5D0BD8}" sibTransId="{A961172E-F0CF-4C2B-9C69-55E77AA1DDD7}"/>
    <dgm:cxn modelId="{D5BE3207-542B-4DFA-87AC-D327D41C6B45}" type="presOf" srcId="{6E555120-DE4F-4E02-8C75-1082CE0423B5}" destId="{E4384CDC-05A1-4083-B2C0-349D809483DC}" srcOrd="0" destOrd="0" presId="urn:microsoft.com/office/officeart/2005/8/layout/process4"/>
    <dgm:cxn modelId="{2F1C9D6C-9BFE-48E6-8D14-632D68EC7CB5}" type="presOf" srcId="{A94025C8-8622-4ECF-901C-991D3FC1563F}" destId="{E252F57C-8355-435F-8A18-3575A1282FB6}" srcOrd="0" destOrd="0" presId="urn:microsoft.com/office/officeart/2005/8/layout/process4"/>
    <dgm:cxn modelId="{40581772-1AC7-405B-A833-D779AA15508B}" srcId="{A874F3A2-5FB0-483A-BAC0-7DA5AB855DEB}" destId="{ABCBDA65-E7E6-4C52-B5C5-AEF88C1639DC}" srcOrd="2" destOrd="0" parTransId="{00781A21-3381-4D3B-8DB1-5F065BEE01C1}" sibTransId="{D1642107-FE2C-4AF0-8204-63268B4ADF82}"/>
    <dgm:cxn modelId="{903CCD8F-262D-4F50-984B-2F91B7C0B4CD}" srcId="{A874F3A2-5FB0-483A-BAC0-7DA5AB855DEB}" destId="{A94025C8-8622-4ECF-901C-991D3FC1563F}" srcOrd="1" destOrd="0" parTransId="{ED4A2CE4-90C8-4B95-BCDA-D8FEAA45893D}" sibTransId="{17556E90-D09F-4232-B601-67E045D4D921}"/>
    <dgm:cxn modelId="{804D61C7-6B37-4568-8FEB-F82485A5B2F5}" type="presOf" srcId="{ABCBDA65-E7E6-4C52-B5C5-AEF88C1639DC}" destId="{2BD91B95-94C3-4594-9442-5295F99346E2}" srcOrd="0" destOrd="0" presId="urn:microsoft.com/office/officeart/2005/8/layout/process4"/>
    <dgm:cxn modelId="{587E70E9-9F52-4636-9D23-11C85F1D5323}" srcId="{A874F3A2-5FB0-483A-BAC0-7DA5AB855DEB}" destId="{6E555120-DE4F-4E02-8C75-1082CE0423B5}" srcOrd="0" destOrd="0" parTransId="{BFB1AA16-9A65-4DB4-8A8B-5C2AA31B867B}" sibTransId="{BE721590-72C4-49E1-927E-C78B8B826C1E}"/>
    <dgm:cxn modelId="{C5E565F5-6527-4A52-8401-60B37865517A}" type="presOf" srcId="{A874F3A2-5FB0-483A-BAC0-7DA5AB855DEB}" destId="{6805CA3B-E358-4C18-BC3C-C4595AECA74B}" srcOrd="0" destOrd="0" presId="urn:microsoft.com/office/officeart/2005/8/layout/process4"/>
    <dgm:cxn modelId="{39DCF3F7-D19B-4B23-AE23-67416052E799}" type="presOf" srcId="{AAF42DCA-4622-44B5-ADA5-6B2741503BC5}" destId="{49BE287A-CA9B-4203-8E14-9BA138E93FD9}" srcOrd="0" destOrd="0" presId="urn:microsoft.com/office/officeart/2005/8/layout/process4"/>
    <dgm:cxn modelId="{82AF2A01-972B-415A-BD1F-B6978A63329C}" type="presParOf" srcId="{6805CA3B-E358-4C18-BC3C-C4595AECA74B}" destId="{74DC0553-EDA4-41DF-BCEF-95EC427C05CE}" srcOrd="0" destOrd="0" presId="urn:microsoft.com/office/officeart/2005/8/layout/process4"/>
    <dgm:cxn modelId="{EDE655F5-50D9-4E3A-A893-80FACD21AA6A}" type="presParOf" srcId="{74DC0553-EDA4-41DF-BCEF-95EC427C05CE}" destId="{49BE287A-CA9B-4203-8E14-9BA138E93FD9}" srcOrd="0" destOrd="0" presId="urn:microsoft.com/office/officeart/2005/8/layout/process4"/>
    <dgm:cxn modelId="{95285E61-6A41-42B7-B4BC-439DC3AB886C}" type="presParOf" srcId="{6805CA3B-E358-4C18-BC3C-C4595AECA74B}" destId="{59575E57-0E66-403A-AD6C-0E8C0139852F}" srcOrd="1" destOrd="0" presId="urn:microsoft.com/office/officeart/2005/8/layout/process4"/>
    <dgm:cxn modelId="{1B1D8EFF-A52D-4923-AC70-E1932F11FA25}" type="presParOf" srcId="{6805CA3B-E358-4C18-BC3C-C4595AECA74B}" destId="{A2BCB0C6-4ED1-4B44-B2B0-2D74AF991B99}" srcOrd="2" destOrd="0" presId="urn:microsoft.com/office/officeart/2005/8/layout/process4"/>
    <dgm:cxn modelId="{63840936-DFDF-4B82-99AF-F8F698FCED3B}" type="presParOf" srcId="{A2BCB0C6-4ED1-4B44-B2B0-2D74AF991B99}" destId="{2BD91B95-94C3-4594-9442-5295F99346E2}" srcOrd="0" destOrd="0" presId="urn:microsoft.com/office/officeart/2005/8/layout/process4"/>
    <dgm:cxn modelId="{918EA9EA-970F-4DD9-9E8C-825E70766D29}" type="presParOf" srcId="{6805CA3B-E358-4C18-BC3C-C4595AECA74B}" destId="{65DD8398-8F04-47AC-BBBE-AAEE5ABE162A}" srcOrd="3" destOrd="0" presId="urn:microsoft.com/office/officeart/2005/8/layout/process4"/>
    <dgm:cxn modelId="{3E4D0967-63BD-40AC-A0C6-6AE24EB5DFAD}" type="presParOf" srcId="{6805CA3B-E358-4C18-BC3C-C4595AECA74B}" destId="{C79978BA-F9A9-4BDC-BB76-278FF02FF7D5}" srcOrd="4" destOrd="0" presId="urn:microsoft.com/office/officeart/2005/8/layout/process4"/>
    <dgm:cxn modelId="{F3C146B8-DF81-4784-A10B-FFB83AF7FF82}" type="presParOf" srcId="{C79978BA-F9A9-4BDC-BB76-278FF02FF7D5}" destId="{E252F57C-8355-435F-8A18-3575A1282FB6}" srcOrd="0" destOrd="0" presId="urn:microsoft.com/office/officeart/2005/8/layout/process4"/>
    <dgm:cxn modelId="{471087E9-06E6-4FCB-8D2C-FFC455970942}" type="presParOf" srcId="{6805CA3B-E358-4C18-BC3C-C4595AECA74B}" destId="{0143C09A-2C4E-473B-BE98-11C28E2AE110}" srcOrd="5" destOrd="0" presId="urn:microsoft.com/office/officeart/2005/8/layout/process4"/>
    <dgm:cxn modelId="{06218FEC-2F16-4471-82C9-A0A740D2CCE8}" type="presParOf" srcId="{6805CA3B-E358-4C18-BC3C-C4595AECA74B}" destId="{934E418D-5A80-431D-A62A-FF83033F22E8}" srcOrd="6" destOrd="0" presId="urn:microsoft.com/office/officeart/2005/8/layout/process4"/>
    <dgm:cxn modelId="{6AE4B0DB-92C0-4F13-9966-58020A990CD2}" type="presParOf" srcId="{934E418D-5A80-431D-A62A-FF83033F22E8}" destId="{E4384CDC-05A1-4083-B2C0-349D809483D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E287A-CA9B-4203-8E14-9BA138E93FD9}">
      <dsp:nvSpPr>
        <dsp:cNvPr id="0" name=""/>
        <dsp:cNvSpPr/>
      </dsp:nvSpPr>
      <dsp:spPr>
        <a:xfrm>
          <a:off x="0" y="3062524"/>
          <a:ext cx="7772400" cy="670005"/>
        </a:xfrm>
        <a:prstGeom prst="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tx1"/>
              </a:solidFill>
            </a:rPr>
            <a:t>Digital transformation strategies will enhance financial performance.</a:t>
          </a:r>
        </a:p>
      </dsp:txBody>
      <dsp:txXfrm>
        <a:off x="0" y="3062524"/>
        <a:ext cx="7772400" cy="670005"/>
      </dsp:txXfrm>
    </dsp:sp>
    <dsp:sp modelId="{2BD91B95-94C3-4594-9442-5295F99346E2}">
      <dsp:nvSpPr>
        <dsp:cNvPr id="0" name=""/>
        <dsp:cNvSpPr/>
      </dsp:nvSpPr>
      <dsp:spPr>
        <a:xfrm rot="10800000">
          <a:off x="0" y="2042105"/>
          <a:ext cx="7772400" cy="1030468"/>
        </a:xfrm>
        <a:prstGeom prst="upArrowCallout">
          <a:avLst/>
        </a:prstGeom>
        <a:solidFill>
          <a:schemeClr val="accent2">
            <a:hueOff val="-2474889"/>
            <a:satOff val="807"/>
            <a:lumOff val="-71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tx1"/>
              </a:solidFill>
            </a:rPr>
            <a:t>Smart allocation of drivers increases efficiency &amp; service quality.</a:t>
          </a:r>
        </a:p>
      </dsp:txBody>
      <dsp:txXfrm rot="10800000">
        <a:off x="0" y="2042105"/>
        <a:ext cx="7772400" cy="669567"/>
      </dsp:txXfrm>
    </dsp:sp>
    <dsp:sp modelId="{E252F57C-8355-435F-8A18-3575A1282FB6}">
      <dsp:nvSpPr>
        <dsp:cNvPr id="0" name=""/>
        <dsp:cNvSpPr/>
      </dsp:nvSpPr>
      <dsp:spPr>
        <a:xfrm rot="10800000">
          <a:off x="0" y="1021687"/>
          <a:ext cx="7772400" cy="1030468"/>
        </a:xfrm>
        <a:prstGeom prst="upArrowCallout">
          <a:avLst/>
        </a:prstGeom>
        <a:solidFill>
          <a:schemeClr val="accent2">
            <a:hueOff val="-4949778"/>
            <a:satOff val="1615"/>
            <a:lumOff val="-143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tx1"/>
              </a:solidFill>
            </a:rPr>
            <a:t>Reducing cancellations &amp; improving pricing can boost customer retention.</a:t>
          </a:r>
        </a:p>
      </dsp:txBody>
      <dsp:txXfrm rot="10800000">
        <a:off x="0" y="1021687"/>
        <a:ext cx="7772400" cy="669567"/>
      </dsp:txXfrm>
    </dsp:sp>
    <dsp:sp modelId="{E4384CDC-05A1-4083-B2C0-349D809483DC}">
      <dsp:nvSpPr>
        <dsp:cNvPr id="0" name=""/>
        <dsp:cNvSpPr/>
      </dsp:nvSpPr>
      <dsp:spPr>
        <a:xfrm rot="10800000">
          <a:off x="0" y="1269"/>
          <a:ext cx="7772400" cy="1030468"/>
        </a:xfrm>
        <a:prstGeom prst="upArrowCallout">
          <a:avLst/>
        </a:prstGeom>
        <a:solidFill>
          <a:schemeClr val="accent2">
            <a:hueOff val="-7424668"/>
            <a:satOff val="2422"/>
            <a:lumOff val="-2157"/>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solidFill>
                <a:schemeClr val="tx1"/>
              </a:solidFill>
            </a:rPr>
            <a:t>Data-driven insights help optimize ride-hailing operations.</a:t>
          </a:r>
        </a:p>
      </dsp:txBody>
      <dsp:txXfrm rot="10800000">
        <a:off x="0" y="1269"/>
        <a:ext cx="7772400" cy="66956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63323E-6B46-4A09-820C-1ACB7BB0D1A6}" type="datetimeFigureOut">
              <a:rPr lang="en-IN" smtClean="0"/>
              <a:t>15-04-2025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25DAF5-4982-417B-B321-BE3FEA4C0207}" type="slidenum">
              <a:rPr lang="en-IN" smtClean="0"/>
              <a:t>‹#›</a:t>
            </a:fld>
            <a:endParaRPr lang="en-IN"/>
          </a:p>
        </p:txBody>
      </p:sp>
    </p:spTree>
    <p:extLst>
      <p:ext uri="{BB962C8B-B14F-4D97-AF65-F5344CB8AC3E}">
        <p14:creationId xmlns:p14="http://schemas.microsoft.com/office/powerpoint/2010/main" val="648709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F25DAF5-4982-417B-B321-BE3FEA4C0207}" type="slidenum">
              <a:rPr lang="en-IN" smtClean="0"/>
              <a:t>1</a:t>
            </a:fld>
            <a:endParaRPr lang="en-IN"/>
          </a:p>
        </p:txBody>
      </p:sp>
    </p:spTree>
    <p:extLst>
      <p:ext uri="{BB962C8B-B14F-4D97-AF65-F5344CB8AC3E}">
        <p14:creationId xmlns:p14="http://schemas.microsoft.com/office/powerpoint/2010/main" val="3115943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fld id="{5BCAD085-E8A6-8845-BD4E-CB4CCA059FC4}" type="datetimeFigureOut">
              <a:rPr lang="en-US" smtClean="0"/>
              <a:t>4/15/2025</a:t>
            </a:fld>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endParaRPr lang="en-US"/>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3742825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469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50487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8256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5051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8332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3410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2018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635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5799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9291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BCAD085-E8A6-8845-BD4E-CB4CCA059FC4}" type="datetimeFigureOut">
              <a:rPr lang="en-US" smtClean="0"/>
              <a:t>4/15/2025</a:t>
            </a:fld>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7845380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948" y="638827"/>
            <a:ext cx="8262252" cy="590205"/>
          </a:xfrm>
        </p:spPr>
        <p:txBody>
          <a:bodyPr>
            <a:normAutofit fontScale="90000"/>
          </a:bodyPr>
          <a:lstStyle/>
          <a:p>
            <a:pPr algn="ctr"/>
            <a:r>
              <a:rPr sz="4000" b="1" dirty="0" err="1">
                <a:latin typeface="Times New Roman" pitchFamily="18" charset="0"/>
                <a:cs typeface="Times New Roman" pitchFamily="18" charset="0"/>
              </a:rPr>
              <a:t>Namma</a:t>
            </a:r>
            <a:r>
              <a:rPr sz="4000" b="1" dirty="0">
                <a:latin typeface="Times New Roman" pitchFamily="18" charset="0"/>
                <a:cs typeface="Times New Roman" pitchFamily="18" charset="0"/>
              </a:rPr>
              <a:t> Yatri</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192" y="1393520"/>
            <a:ext cx="7644008" cy="4070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E38E3FAA-9D2B-CDE6-293E-515D8E314436}"/>
              </a:ext>
            </a:extLst>
          </p:cNvPr>
          <p:cNvSpPr txBox="1"/>
          <p:nvPr/>
        </p:nvSpPr>
        <p:spPr>
          <a:xfrm>
            <a:off x="4896465" y="5948516"/>
            <a:ext cx="3883741" cy="646331"/>
          </a:xfrm>
          <a:prstGeom prst="rect">
            <a:avLst/>
          </a:prstGeom>
          <a:noFill/>
        </p:spPr>
        <p:txBody>
          <a:bodyPr wrap="square" rtlCol="0">
            <a:spAutoFit/>
          </a:bodyPr>
          <a:lstStyle/>
          <a:p>
            <a:r>
              <a:rPr lang="en-IN" dirty="0"/>
              <a:t>- Sejal Kanojia, Katta Chandra Sekhar, Archana Dinesh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6478" y="386930"/>
            <a:ext cx="6927525" cy="1188950"/>
          </a:xfrm>
        </p:spPr>
        <p:txBody>
          <a:bodyPr anchor="b">
            <a:normAutofit/>
          </a:bodyPr>
          <a:lstStyle/>
          <a:p>
            <a:r>
              <a:rPr lang="en-IN" sz="4700" b="1">
                <a:latin typeface="Times New Roman" pitchFamily="18" charset="0"/>
                <a:cs typeface="Times New Roman" pitchFamily="18" charset="0"/>
              </a:rPr>
              <a:t>Problem Statement</a:t>
            </a:r>
          </a:p>
        </p:txBody>
      </p:sp>
      <p:sp>
        <p:nvSpPr>
          <p:cNvPr id="3" name="Content Placeholder 2"/>
          <p:cNvSpPr>
            <a:spLocks noGrp="1"/>
          </p:cNvSpPr>
          <p:nvPr>
            <p:ph idx="1"/>
          </p:nvPr>
        </p:nvSpPr>
        <p:spPr>
          <a:xfrm>
            <a:off x="595246" y="1789471"/>
            <a:ext cx="7349220" cy="4876800"/>
          </a:xfrm>
        </p:spPr>
        <p:txBody>
          <a:bodyPr anchor="ctr">
            <a:normAutofit fontScale="85000" lnSpcReduction="10000"/>
          </a:bodyPr>
          <a:lstStyle/>
          <a:p>
            <a:pPr algn="just">
              <a:lnSpc>
                <a:spcPct val="120000"/>
              </a:lnSpc>
            </a:pPr>
            <a:r>
              <a:rPr lang="en-US" sz="1900" dirty="0">
                <a:latin typeface="Times New Roman" pitchFamily="18" charset="0"/>
                <a:cs typeface="Times New Roman" pitchFamily="18" charset="0"/>
              </a:rPr>
              <a:t>The ride-hailing industry grapples with key challenges such as high trip cancellations, demand-supply imbalances, fare volatility, and low adoption of digital payments. This analysis focuses on building interactive Power BI dashboards to drive operational efficiency and improve the overall customer experience through data-driven insights and smarter decision-making.</a:t>
            </a:r>
          </a:p>
          <a:p>
            <a:pPr marL="0" indent="0">
              <a:buNone/>
            </a:pPr>
            <a:r>
              <a:rPr lang="en-US" sz="1900" b="1" dirty="0">
                <a:latin typeface="Times New Roman" pitchFamily="18" charset="0"/>
                <a:cs typeface="Times New Roman" pitchFamily="18" charset="0"/>
              </a:rPr>
              <a:t>                                                     Objective</a:t>
            </a:r>
            <a:endParaRPr lang="en-US" sz="1900" dirty="0"/>
          </a:p>
          <a:p>
            <a:pPr algn="just">
              <a:lnSpc>
                <a:spcPct val="120000"/>
              </a:lnSpc>
            </a:pPr>
            <a:r>
              <a:rPr lang="en-US" sz="1900" dirty="0">
                <a:latin typeface="Times New Roman" pitchFamily="18" charset="0"/>
                <a:cs typeface="Times New Roman" pitchFamily="18" charset="0"/>
              </a:rPr>
              <a:t>Analyze ride-hailing patterns to uncover operational inefficiencies and service gaps.</a:t>
            </a:r>
          </a:p>
          <a:p>
            <a:pPr algn="just">
              <a:lnSpc>
                <a:spcPct val="120000"/>
              </a:lnSpc>
            </a:pPr>
            <a:r>
              <a:rPr lang="en-US" sz="1900" dirty="0">
                <a:latin typeface="Times New Roman" pitchFamily="18" charset="0"/>
                <a:cs typeface="Times New Roman" pitchFamily="18" charset="0"/>
              </a:rPr>
              <a:t>Leverage data-driven insights to optimize fare pricing strategies for better competitiveness and profitability.</a:t>
            </a:r>
          </a:p>
          <a:p>
            <a:pPr algn="just">
              <a:lnSpc>
                <a:spcPct val="120000"/>
              </a:lnSpc>
            </a:pPr>
            <a:r>
              <a:rPr lang="en-US" sz="1900" dirty="0">
                <a:latin typeface="Times New Roman" pitchFamily="18" charset="0"/>
                <a:cs typeface="Times New Roman" pitchFamily="18" charset="0"/>
              </a:rPr>
              <a:t>Enhance driver allocation by aligning resources with real-time demand-supply trends.</a:t>
            </a:r>
          </a:p>
          <a:p>
            <a:pPr algn="just">
              <a:lnSpc>
                <a:spcPct val="120000"/>
              </a:lnSpc>
            </a:pPr>
            <a:r>
              <a:rPr lang="en-US" sz="1900" dirty="0">
                <a:latin typeface="Times New Roman" pitchFamily="18" charset="0"/>
                <a:cs typeface="Times New Roman" pitchFamily="18" charset="0"/>
              </a:rPr>
              <a:t>Promote and increase digital payment adoption through targeted strategies informed by customer behavior data.</a:t>
            </a:r>
            <a:endParaRPr lang="en-US" sz="1900"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6478" y="386930"/>
            <a:ext cx="6927525" cy="1188950"/>
          </a:xfrm>
        </p:spPr>
        <p:txBody>
          <a:bodyPr anchor="b">
            <a:normAutofit/>
          </a:bodyPr>
          <a:lstStyle/>
          <a:p>
            <a:r>
              <a:rPr lang="en-IN" sz="4700" b="1">
                <a:latin typeface="Times New Roman" pitchFamily="18" charset="0"/>
                <a:cs typeface="Times New Roman" pitchFamily="18" charset="0"/>
              </a:rPr>
              <a:t>Approach Used</a:t>
            </a:r>
          </a:p>
        </p:txBody>
      </p:sp>
      <p:sp>
        <p:nvSpPr>
          <p:cNvPr id="3" name="Content Placeholder 2"/>
          <p:cNvSpPr>
            <a:spLocks noGrp="1"/>
          </p:cNvSpPr>
          <p:nvPr>
            <p:ph idx="1"/>
          </p:nvPr>
        </p:nvSpPr>
        <p:spPr>
          <a:xfrm>
            <a:off x="595245" y="1927123"/>
            <a:ext cx="7607751" cy="4107917"/>
          </a:xfrm>
        </p:spPr>
        <p:txBody>
          <a:bodyPr anchor="ctr">
            <a:normAutofit fontScale="85000" lnSpcReduction="20000"/>
          </a:bodyPr>
          <a:lstStyle/>
          <a:p>
            <a:pPr algn="just">
              <a:lnSpc>
                <a:spcPct val="90000"/>
              </a:lnSpc>
            </a:pPr>
            <a:r>
              <a:rPr lang="en-IN" sz="1800" dirty="0">
                <a:latin typeface="Times New Roman" pitchFamily="18" charset="0"/>
                <a:cs typeface="Times New Roman" pitchFamily="18" charset="0"/>
              </a:rPr>
              <a:t>Data Cleaning &amp; Transformation</a:t>
            </a:r>
          </a:p>
          <a:p>
            <a:pPr algn="just">
              <a:lnSpc>
                <a:spcPct val="90000"/>
              </a:lnSpc>
            </a:pPr>
            <a:r>
              <a:rPr lang="en-IN" sz="1800" dirty="0">
                <a:latin typeface="Times New Roman" pitchFamily="18" charset="0"/>
                <a:cs typeface="Times New Roman" pitchFamily="18" charset="0"/>
              </a:rPr>
              <a:t>Data </a:t>
            </a:r>
            <a:r>
              <a:rPr lang="en-IN" sz="1800" dirty="0" err="1">
                <a:latin typeface="Times New Roman" pitchFamily="18" charset="0"/>
                <a:cs typeface="Times New Roman" pitchFamily="18" charset="0"/>
              </a:rPr>
              <a:t>Modeling</a:t>
            </a:r>
            <a:r>
              <a:rPr lang="en-IN" sz="1800" dirty="0">
                <a:latin typeface="Times New Roman" pitchFamily="18" charset="0"/>
                <a:cs typeface="Times New Roman" pitchFamily="18" charset="0"/>
              </a:rPr>
              <a:t> in Power BI</a:t>
            </a:r>
          </a:p>
          <a:p>
            <a:pPr algn="just">
              <a:lnSpc>
                <a:spcPct val="90000"/>
              </a:lnSpc>
            </a:pPr>
            <a:r>
              <a:rPr lang="en-IN" sz="1800" dirty="0">
                <a:latin typeface="Times New Roman" pitchFamily="18" charset="0"/>
                <a:cs typeface="Times New Roman" pitchFamily="18" charset="0"/>
              </a:rPr>
              <a:t>DAX Measures for KPIs</a:t>
            </a:r>
          </a:p>
          <a:p>
            <a:pPr algn="just">
              <a:lnSpc>
                <a:spcPct val="90000"/>
              </a:lnSpc>
            </a:pPr>
            <a:r>
              <a:rPr lang="en-IN" sz="1800" dirty="0">
                <a:latin typeface="Times New Roman" pitchFamily="18" charset="0"/>
                <a:cs typeface="Times New Roman" pitchFamily="18" charset="0"/>
              </a:rPr>
              <a:t>Dashboard Creation &amp; Insights Extraction</a:t>
            </a:r>
          </a:p>
          <a:p>
            <a:pPr algn="just">
              <a:lnSpc>
                <a:spcPct val="90000"/>
              </a:lnSpc>
            </a:pPr>
            <a:r>
              <a:rPr lang="en-IN" sz="1800" dirty="0">
                <a:latin typeface="Times New Roman" pitchFamily="18" charset="0"/>
                <a:cs typeface="Times New Roman" pitchFamily="18" charset="0"/>
              </a:rPr>
              <a:t>Business Recommendations</a:t>
            </a:r>
          </a:p>
          <a:p>
            <a:pPr marL="0" indent="0" algn="just">
              <a:lnSpc>
                <a:spcPct val="90000"/>
              </a:lnSpc>
              <a:buNone/>
            </a:pPr>
            <a:r>
              <a:rPr lang="en-IN" sz="1800" b="1" dirty="0">
                <a:latin typeface="Times New Roman" pitchFamily="18" charset="0"/>
                <a:cs typeface="Times New Roman" pitchFamily="18" charset="0"/>
              </a:rPr>
              <a:t>                                                  Methodology</a:t>
            </a:r>
          </a:p>
          <a:p>
            <a:pPr algn="just">
              <a:lnSpc>
                <a:spcPct val="90000"/>
              </a:lnSpc>
            </a:pPr>
            <a:r>
              <a:rPr lang="en-IN" sz="1800" dirty="0"/>
              <a:t> </a:t>
            </a:r>
            <a:r>
              <a:rPr lang="en-IN" sz="1800" dirty="0">
                <a:latin typeface="Times New Roman" pitchFamily="18" charset="0"/>
                <a:cs typeface="Times New Roman" pitchFamily="18" charset="0"/>
              </a:rPr>
              <a:t>Data Cleaning &amp; Transformation in Power Query.</a:t>
            </a:r>
          </a:p>
          <a:p>
            <a:pPr algn="just">
              <a:lnSpc>
                <a:spcPct val="90000"/>
              </a:lnSpc>
            </a:pPr>
            <a:r>
              <a:rPr lang="en-IN" sz="1800" dirty="0">
                <a:latin typeface="Times New Roman" pitchFamily="18" charset="0"/>
                <a:cs typeface="Times New Roman" pitchFamily="18" charset="0"/>
              </a:rPr>
              <a:t>Data </a:t>
            </a:r>
            <a:r>
              <a:rPr lang="en-IN" sz="1800" dirty="0" err="1">
                <a:latin typeface="Times New Roman" pitchFamily="18" charset="0"/>
                <a:cs typeface="Times New Roman" pitchFamily="18" charset="0"/>
              </a:rPr>
              <a:t>Modeling</a:t>
            </a:r>
            <a:r>
              <a:rPr lang="en-IN" sz="1800" dirty="0">
                <a:latin typeface="Times New Roman" pitchFamily="18" charset="0"/>
                <a:cs typeface="Times New Roman" pitchFamily="18" charset="0"/>
              </a:rPr>
              <a:t> &amp; Relationship Setup in Power BI.</a:t>
            </a:r>
          </a:p>
          <a:p>
            <a:pPr algn="just">
              <a:lnSpc>
                <a:spcPct val="90000"/>
              </a:lnSpc>
            </a:pPr>
            <a:r>
              <a:rPr lang="en-IN" sz="1800" dirty="0">
                <a:latin typeface="Times New Roman" pitchFamily="18" charset="0"/>
                <a:cs typeface="Times New Roman" pitchFamily="18" charset="0"/>
              </a:rPr>
              <a:t> DAX Measures for KPI Calculations.</a:t>
            </a:r>
          </a:p>
          <a:p>
            <a:pPr algn="just">
              <a:lnSpc>
                <a:spcPct val="90000"/>
              </a:lnSpc>
            </a:pPr>
            <a:r>
              <a:rPr lang="en-IN" sz="1800" dirty="0">
                <a:latin typeface="Times New Roman" pitchFamily="18" charset="0"/>
                <a:cs typeface="Times New Roman" pitchFamily="18" charset="0"/>
              </a:rPr>
              <a:t>Development &amp; Insights Generation.</a:t>
            </a:r>
          </a:p>
          <a:p>
            <a:pPr algn="just">
              <a:lnSpc>
                <a:spcPct val="90000"/>
              </a:lnSpc>
            </a:pPr>
            <a:r>
              <a:rPr lang="en-IN" sz="1800" dirty="0">
                <a:latin typeface="Times New Roman" pitchFamily="18" charset="0"/>
                <a:cs typeface="Times New Roman" pitchFamily="18" charset="0"/>
              </a:rPr>
              <a:t>Business Recommendations &amp; Implementation.</a:t>
            </a:r>
          </a:p>
          <a:p>
            <a:pPr marL="0" indent="0">
              <a:lnSpc>
                <a:spcPct val="90000"/>
              </a:lnSpc>
              <a:buNone/>
            </a:pPr>
            <a:endParaRPr lang="en-IN" sz="1800"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6478" y="386930"/>
            <a:ext cx="6927525" cy="1188950"/>
          </a:xfrm>
        </p:spPr>
        <p:txBody>
          <a:bodyPr anchor="b">
            <a:normAutofit/>
          </a:bodyPr>
          <a:lstStyle/>
          <a:p>
            <a:r>
              <a:rPr lang="en-IN" sz="4700" b="1" dirty="0">
                <a:latin typeface="Times New Roman" pitchFamily="18" charset="0"/>
                <a:cs typeface="Times New Roman" pitchFamily="18" charset="0"/>
              </a:rPr>
              <a:t>Data Sources</a:t>
            </a:r>
          </a:p>
        </p:txBody>
      </p:sp>
      <p:sp>
        <p:nvSpPr>
          <p:cNvPr id="3" name="Content Placeholder 2"/>
          <p:cNvSpPr>
            <a:spLocks noGrp="1"/>
          </p:cNvSpPr>
          <p:nvPr>
            <p:ph idx="1"/>
          </p:nvPr>
        </p:nvSpPr>
        <p:spPr>
          <a:xfrm>
            <a:off x="595246" y="2064775"/>
            <a:ext cx="7349220" cy="3970266"/>
          </a:xfrm>
        </p:spPr>
        <p:txBody>
          <a:bodyPr anchor="ctr">
            <a:normAutofit/>
          </a:bodyPr>
          <a:lstStyle/>
          <a:p>
            <a:pPr algn="just"/>
            <a:r>
              <a:rPr lang="en-US" sz="2100" dirty="0">
                <a:latin typeface="Times New Roman" pitchFamily="18" charset="0"/>
                <a:cs typeface="Times New Roman" pitchFamily="18" charset="0"/>
              </a:rPr>
              <a:t>The dataset comprises the following key components:</a:t>
            </a:r>
          </a:p>
          <a:p>
            <a:pPr algn="just"/>
            <a:r>
              <a:rPr lang="en-US" sz="2100" dirty="0">
                <a:latin typeface="Times New Roman" pitchFamily="18" charset="0"/>
                <a:cs typeface="Times New Roman" pitchFamily="18" charset="0"/>
              </a:rPr>
              <a:t>Trips: Contains core trip-level data such as Trip ID, Fare, Duration, Distance, Driver ID, and Customer ID.</a:t>
            </a:r>
          </a:p>
          <a:p>
            <a:pPr algn="just"/>
            <a:r>
              <a:rPr lang="en-US" sz="2100" dirty="0">
                <a:latin typeface="Times New Roman" pitchFamily="18" charset="0"/>
                <a:cs typeface="Times New Roman" pitchFamily="18" charset="0"/>
              </a:rPr>
              <a:t>Trip Details: Includes information on customer interactions, trip completions, and cancellations.</a:t>
            </a:r>
          </a:p>
          <a:p>
            <a:pPr algn="just"/>
            <a:r>
              <a:rPr lang="en-US" sz="2100" dirty="0">
                <a:latin typeface="Times New Roman" pitchFamily="18" charset="0"/>
                <a:cs typeface="Times New Roman" pitchFamily="18" charset="0"/>
              </a:rPr>
              <a:t>Payment Methods: Captures payment preferences, including Cash, UPI, and Debit Card.</a:t>
            </a:r>
          </a:p>
          <a:p>
            <a:pPr algn="just"/>
            <a:r>
              <a:rPr lang="en-US" sz="2100" dirty="0">
                <a:latin typeface="Times New Roman" pitchFamily="18" charset="0"/>
                <a:cs typeface="Times New Roman" pitchFamily="18" charset="0"/>
              </a:rPr>
              <a:t>Assembly Locations: Provides pickup and drop-off zone details for geographic analysis.</a:t>
            </a:r>
            <a:endParaRPr lang="en-IN" sz="21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5246" y="386930"/>
            <a:ext cx="7549592" cy="1298448"/>
          </a:xfrm>
        </p:spPr>
        <p:txBody>
          <a:bodyPr anchor="b">
            <a:normAutofit/>
          </a:bodyPr>
          <a:lstStyle/>
          <a:p>
            <a:r>
              <a:rPr lang="en-IN" sz="4200" b="1">
                <a:latin typeface="Times New Roman" pitchFamily="18" charset="0"/>
                <a:cs typeface="Times New Roman" pitchFamily="18" charset="0"/>
              </a:rPr>
              <a:t>Key DAX Measures</a:t>
            </a:r>
          </a:p>
        </p:txBody>
      </p:sp>
      <p:sp>
        <p:nvSpPr>
          <p:cNvPr id="3" name="Content Placeholder 2"/>
          <p:cNvSpPr>
            <a:spLocks noGrp="1"/>
          </p:cNvSpPr>
          <p:nvPr>
            <p:ph idx="1"/>
          </p:nvPr>
        </p:nvSpPr>
        <p:spPr>
          <a:xfrm>
            <a:off x="4572000" y="2402864"/>
            <a:ext cx="3398174" cy="3639450"/>
          </a:xfrm>
        </p:spPr>
        <p:txBody>
          <a:bodyPr anchor="ctr">
            <a:normAutofit/>
          </a:bodyPr>
          <a:lstStyle/>
          <a:p>
            <a:r>
              <a:rPr lang="en-US" sz="1700" b="0" dirty="0">
                <a:effectLst/>
                <a:latin typeface="Times New Roman" panose="02020603050405020304" pitchFamily="18" charset="0"/>
                <a:cs typeface="Times New Roman" panose="02020603050405020304" pitchFamily="18" charset="0"/>
              </a:rPr>
              <a:t>Total Trips = COUNT(Trips[</a:t>
            </a:r>
            <a:r>
              <a:rPr lang="en-US" sz="1700" b="0" dirty="0" err="1">
                <a:effectLst/>
                <a:latin typeface="Times New Roman" panose="02020603050405020304" pitchFamily="18" charset="0"/>
                <a:cs typeface="Times New Roman" panose="02020603050405020304" pitchFamily="18" charset="0"/>
              </a:rPr>
              <a:t>tripid</a:t>
            </a:r>
            <a:r>
              <a:rPr lang="en-US" sz="1700" b="0" dirty="0">
                <a:effectLst/>
                <a:latin typeface="Times New Roman" panose="02020603050405020304" pitchFamily="18" charset="0"/>
                <a:cs typeface="Times New Roman" panose="02020603050405020304" pitchFamily="18" charset="0"/>
              </a:rPr>
              <a:t>])</a:t>
            </a:r>
          </a:p>
          <a:p>
            <a:pPr>
              <a:buFont typeface="Arial" pitchFamily="34" charset="0"/>
              <a:buChar char="•"/>
            </a:pPr>
            <a:r>
              <a:rPr lang="en-US" sz="1700" b="0" dirty="0">
                <a:effectLst/>
                <a:latin typeface="Times New Roman" panose="02020603050405020304" pitchFamily="18" charset="0"/>
                <a:cs typeface="Times New Roman" panose="02020603050405020304" pitchFamily="18" charset="0"/>
              </a:rPr>
              <a:t>Total Revenue = SUM(Trips[fare])</a:t>
            </a:r>
            <a:endParaRPr lang="en-US" sz="1700" dirty="0">
              <a:latin typeface="Times New Roman" panose="02020603050405020304" pitchFamily="18" charset="0"/>
              <a:cs typeface="Times New Roman" pitchFamily="18" charset="0"/>
            </a:endParaRPr>
          </a:p>
          <a:p>
            <a:pPr>
              <a:buFont typeface="Arial" pitchFamily="34" charset="0"/>
              <a:buChar char="•"/>
            </a:pPr>
            <a:r>
              <a:rPr lang="en-US" sz="1700" dirty="0">
                <a:latin typeface="Times New Roman" panose="02020603050405020304" pitchFamily="18" charset="0"/>
                <a:cs typeface="Times New Roman" pitchFamily="18" charset="0"/>
              </a:rPr>
              <a:t>Average Fare = AVERAGE(Fare)</a:t>
            </a:r>
          </a:p>
          <a:p>
            <a:r>
              <a:rPr lang="en-US" sz="1700" b="0" dirty="0">
                <a:effectLst/>
                <a:latin typeface="Times New Roman" panose="02020603050405020304" pitchFamily="18" charset="0"/>
                <a:cs typeface="Times New Roman" panose="02020603050405020304" pitchFamily="18" charset="0"/>
              </a:rPr>
              <a:t>Top Pickup Locations = COUNT(Trips[</a:t>
            </a:r>
            <a:r>
              <a:rPr lang="en-US" sz="1700" b="0" dirty="0" err="1">
                <a:effectLst/>
                <a:latin typeface="Times New Roman" panose="02020603050405020304" pitchFamily="18" charset="0"/>
                <a:cs typeface="Times New Roman" panose="02020603050405020304" pitchFamily="18" charset="0"/>
              </a:rPr>
              <a:t>loc_from</a:t>
            </a:r>
            <a:r>
              <a:rPr lang="en-US" sz="1700" b="0" dirty="0">
                <a:effectLst/>
                <a:latin typeface="Times New Roman" panose="02020603050405020304" pitchFamily="18" charset="0"/>
                <a:cs typeface="Times New Roman" panose="02020603050405020304" pitchFamily="18" charset="0"/>
              </a:rPr>
              <a:t>])</a:t>
            </a:r>
          </a:p>
          <a:p>
            <a:pPr marL="0" indent="0">
              <a:buNone/>
            </a:pPr>
            <a:br>
              <a:rPr lang="en-US" sz="1700" b="0" dirty="0">
                <a:effectLst/>
                <a:latin typeface="Consolas" panose="020B0609020204030204" pitchFamily="49" charset="0"/>
              </a:rPr>
            </a:br>
            <a:endParaRPr lang="en-US" sz="1700" b="0" dirty="0">
              <a:effectLst/>
              <a:latin typeface="Consolas" panose="020B0609020204030204" pitchFamily="49" charset="0"/>
            </a:endParaRPr>
          </a:p>
          <a:p>
            <a:endParaRPr lang="en-US" sz="17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1E234B7B-1535-D488-8678-83CF1AEE27E5}"/>
              </a:ext>
            </a:extLst>
          </p:cNvPr>
          <p:cNvPicPr>
            <a:picLocks noChangeAspect="1"/>
          </p:cNvPicPr>
          <p:nvPr/>
        </p:nvPicPr>
        <p:blipFill>
          <a:blip r:embed="rId2"/>
          <a:stretch>
            <a:fillRect/>
          </a:stretch>
        </p:blipFill>
        <p:spPr>
          <a:xfrm>
            <a:off x="304800" y="2402864"/>
            <a:ext cx="4392950" cy="28282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5246" y="386930"/>
            <a:ext cx="7549592" cy="1298448"/>
          </a:xfrm>
        </p:spPr>
        <p:txBody>
          <a:bodyPr anchor="b">
            <a:normAutofit/>
          </a:bodyPr>
          <a:lstStyle/>
          <a:p>
            <a:r>
              <a:rPr lang="en-IN" sz="4200" b="1">
                <a:latin typeface="Times New Roman" pitchFamily="18" charset="0"/>
                <a:cs typeface="Times New Roman" pitchFamily="18" charset="0"/>
              </a:rPr>
              <a:t>Editing &amp; Modifications</a:t>
            </a:r>
          </a:p>
        </p:txBody>
      </p:sp>
      <p:sp>
        <p:nvSpPr>
          <p:cNvPr id="4" name="Content Placeholder 3">
            <a:extLst>
              <a:ext uri="{FF2B5EF4-FFF2-40B4-BE49-F238E27FC236}">
                <a16:creationId xmlns:a16="http://schemas.microsoft.com/office/drawing/2014/main" id="{857BCB77-F367-2BFF-4CE0-CEF3A423E32E}"/>
              </a:ext>
            </a:extLst>
          </p:cNvPr>
          <p:cNvSpPr>
            <a:spLocks noGrp="1"/>
          </p:cNvSpPr>
          <p:nvPr>
            <p:ph idx="1"/>
          </p:nvPr>
        </p:nvSpPr>
        <p:spPr>
          <a:xfrm>
            <a:off x="946404" y="2448232"/>
            <a:ext cx="6250809" cy="3731906"/>
          </a:xfrm>
        </p:spPr>
        <p:txBody>
          <a:bodyPr/>
          <a:lstStyle/>
          <a:p>
            <a:pPr lvl="0" algn="just">
              <a:lnSpc>
                <a:spcPct val="100000"/>
              </a:lnSpc>
            </a:pPr>
            <a:r>
              <a:rPr lang="en-US" dirty="0"/>
              <a:t>Removed Duplicates &amp; Handled Missing Values</a:t>
            </a:r>
          </a:p>
          <a:p>
            <a:pPr lvl="0" algn="just">
              <a:lnSpc>
                <a:spcPct val="100000"/>
              </a:lnSpc>
            </a:pPr>
            <a:r>
              <a:rPr lang="en-US" dirty="0"/>
              <a:t>Created Time-Based Aggregations (Peak Hours, Distance Categories)</a:t>
            </a:r>
          </a:p>
          <a:p>
            <a:pPr lvl="0" algn="just">
              <a:lnSpc>
                <a:spcPct val="100000"/>
              </a:lnSpc>
            </a:pPr>
            <a:r>
              <a:rPr lang="en-US" dirty="0"/>
              <a:t>Established Relationships Between Tables</a:t>
            </a:r>
          </a:p>
          <a:p>
            <a:pPr lvl="0" algn="just">
              <a:lnSpc>
                <a:spcPct val="100000"/>
              </a:lnSpc>
            </a:pPr>
            <a:r>
              <a:rPr lang="en-US" dirty="0"/>
              <a:t>Optimized Queries for Performance in Power BI</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5246" y="386930"/>
            <a:ext cx="7549592" cy="1298448"/>
          </a:xfrm>
        </p:spPr>
        <p:txBody>
          <a:bodyPr anchor="b">
            <a:normAutofit/>
          </a:bodyPr>
          <a:lstStyle/>
          <a:p>
            <a:r>
              <a:rPr lang="en-IN" sz="4200" b="1">
                <a:latin typeface="Times New Roman" pitchFamily="18" charset="0"/>
                <a:cs typeface="Times New Roman" pitchFamily="18" charset="0"/>
              </a:rPr>
              <a:t>Business Insights</a:t>
            </a:r>
          </a:p>
        </p:txBody>
      </p:sp>
      <p:sp>
        <p:nvSpPr>
          <p:cNvPr id="3" name="Content Placeholder 2"/>
          <p:cNvSpPr>
            <a:spLocks noGrp="1"/>
          </p:cNvSpPr>
          <p:nvPr>
            <p:ph idx="1"/>
          </p:nvPr>
        </p:nvSpPr>
        <p:spPr>
          <a:xfrm>
            <a:off x="4572000" y="1759974"/>
            <a:ext cx="3572838" cy="4711096"/>
          </a:xfrm>
        </p:spPr>
        <p:txBody>
          <a:bodyPr anchor="ctr">
            <a:normAutofit fontScale="92500" lnSpcReduction="20000"/>
          </a:bodyPr>
          <a:lstStyle/>
          <a:p>
            <a:pPr algn="just">
              <a:lnSpc>
                <a:spcPct val="110000"/>
              </a:lnSpc>
            </a:pPr>
            <a:r>
              <a:rPr lang="en-US" sz="1700" dirty="0">
                <a:latin typeface="Times New Roman" pitchFamily="18" charset="0"/>
                <a:cs typeface="Times New Roman" pitchFamily="18" charset="0"/>
              </a:rPr>
              <a:t>High drop-off rates during fare estimation indicate the need for a Predictive Pricing model to provide more accurate and acceptable fare quotes.</a:t>
            </a:r>
          </a:p>
          <a:p>
            <a:pPr algn="just">
              <a:lnSpc>
                <a:spcPct val="110000"/>
              </a:lnSpc>
            </a:pPr>
            <a:r>
              <a:rPr lang="en-US" sz="1700" dirty="0">
                <a:latin typeface="Times New Roman" pitchFamily="18" charset="0"/>
                <a:cs typeface="Times New Roman" pitchFamily="18" charset="0"/>
              </a:rPr>
              <a:t>Demand-supply imbalances in key zones highlight the opportunity to enhance driver allocation through real-time data insights.</a:t>
            </a:r>
          </a:p>
          <a:p>
            <a:pPr algn="just">
              <a:lnSpc>
                <a:spcPct val="110000"/>
              </a:lnSpc>
            </a:pPr>
            <a:r>
              <a:rPr lang="en-US" sz="1700" dirty="0">
                <a:latin typeface="Times New Roman" pitchFamily="18" charset="0"/>
                <a:cs typeface="Times New Roman" pitchFamily="18" charset="0"/>
              </a:rPr>
              <a:t>Significant fare surges during peak hours suggest a need to refine dynamic pricing strategies to balance profitability with customer retention.</a:t>
            </a:r>
          </a:p>
          <a:p>
            <a:pPr algn="just">
              <a:lnSpc>
                <a:spcPct val="110000"/>
              </a:lnSpc>
            </a:pPr>
            <a:r>
              <a:rPr lang="en-US" sz="1700" dirty="0">
                <a:latin typeface="Times New Roman" pitchFamily="18" charset="0"/>
                <a:cs typeface="Times New Roman" pitchFamily="18" charset="0"/>
              </a:rPr>
              <a:t>While UPI adoption is on the rise, cash payments still dominate—creating an opportunity to introduce targeted incentives to promote digital payment usage.</a:t>
            </a:r>
            <a:endParaRPr lang="en-IN" sz="17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335" y="2460243"/>
            <a:ext cx="3862707" cy="2897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6478" y="386930"/>
            <a:ext cx="6927525" cy="1188950"/>
          </a:xfrm>
        </p:spPr>
        <p:txBody>
          <a:bodyPr anchor="b">
            <a:normAutofit/>
          </a:bodyPr>
          <a:lstStyle/>
          <a:p>
            <a:r>
              <a:rPr lang="en-IN" sz="4700" b="1">
                <a:latin typeface="Times New Roman" pitchFamily="18" charset="0"/>
                <a:cs typeface="Times New Roman" pitchFamily="18" charset="0"/>
              </a:rPr>
              <a:t>Expected Outcomes</a:t>
            </a:r>
          </a:p>
        </p:txBody>
      </p:sp>
      <p:sp>
        <p:nvSpPr>
          <p:cNvPr id="3" name="Content Placeholder 2"/>
          <p:cNvSpPr>
            <a:spLocks noGrp="1"/>
          </p:cNvSpPr>
          <p:nvPr>
            <p:ph idx="1"/>
          </p:nvPr>
        </p:nvSpPr>
        <p:spPr>
          <a:xfrm>
            <a:off x="595246" y="2015613"/>
            <a:ext cx="7526200" cy="4227871"/>
          </a:xfrm>
        </p:spPr>
        <p:txBody>
          <a:bodyPr anchor="ctr">
            <a:normAutofit/>
          </a:bodyPr>
          <a:lstStyle/>
          <a:p>
            <a:pPr algn="just">
              <a:lnSpc>
                <a:spcPct val="100000"/>
              </a:lnSpc>
            </a:pPr>
            <a:r>
              <a:rPr lang="en-US" sz="2100" dirty="0">
                <a:latin typeface="Times New Roman" pitchFamily="18" charset="0"/>
                <a:cs typeface="Times New Roman" pitchFamily="18" charset="0"/>
              </a:rPr>
              <a:t>Improved demand-supply alignment to minimize rider wait times and enhance service efficiency.</a:t>
            </a:r>
          </a:p>
          <a:p>
            <a:pPr algn="just">
              <a:lnSpc>
                <a:spcPct val="100000"/>
              </a:lnSpc>
            </a:pPr>
            <a:r>
              <a:rPr lang="en-US" sz="2100" dirty="0">
                <a:latin typeface="Times New Roman" pitchFamily="18" charset="0"/>
                <a:cs typeface="Times New Roman" pitchFamily="18" charset="0"/>
              </a:rPr>
              <a:t>AI-powered fare optimization to strike the right balance between affordability for customers and revenue for the platform.</a:t>
            </a:r>
          </a:p>
          <a:p>
            <a:pPr algn="just">
              <a:lnSpc>
                <a:spcPct val="100000"/>
              </a:lnSpc>
            </a:pPr>
            <a:r>
              <a:rPr lang="en-US" sz="2100" dirty="0">
                <a:latin typeface="Times New Roman" pitchFamily="18" charset="0"/>
                <a:cs typeface="Times New Roman" pitchFamily="18" charset="0"/>
              </a:rPr>
              <a:t>Boosted digital payment adoption through personalized incentive programs and behavioral insights.</a:t>
            </a:r>
          </a:p>
          <a:p>
            <a:pPr algn="just">
              <a:lnSpc>
                <a:spcPct val="100000"/>
              </a:lnSpc>
            </a:pPr>
            <a:r>
              <a:rPr lang="en-US" sz="2100" dirty="0">
                <a:latin typeface="Times New Roman" pitchFamily="18" charset="0"/>
                <a:cs typeface="Times New Roman" pitchFamily="18" charset="0"/>
              </a:rPr>
              <a:t>Enhanced driver performance and utilization through data-driven allocation strategies tailored to demand patterns.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7250" y="990599"/>
            <a:ext cx="7429500" cy="685800"/>
          </a:xfrm>
        </p:spPr>
        <p:txBody>
          <a:bodyPr anchor="t">
            <a:normAutofit/>
          </a:bodyPr>
          <a:lstStyle/>
          <a:p>
            <a:r>
              <a:rPr lang="en-IN" sz="3500">
                <a:latin typeface="Times New Roman" pitchFamily="18" charset="0"/>
                <a:cs typeface="Times New Roman" pitchFamily="18" charset="0"/>
              </a:rPr>
              <a:t>Conclusion</a:t>
            </a:r>
          </a:p>
        </p:txBody>
      </p:sp>
      <p:graphicFrame>
        <p:nvGraphicFramePr>
          <p:cNvPr id="6" name="Content Placeholder 2">
            <a:extLst>
              <a:ext uri="{FF2B5EF4-FFF2-40B4-BE49-F238E27FC236}">
                <a16:creationId xmlns:a16="http://schemas.microsoft.com/office/drawing/2014/main" id="{1B253D98-63F1-7171-0C26-5F4272976BB9}"/>
              </a:ext>
            </a:extLst>
          </p:cNvPr>
          <p:cNvGraphicFramePr>
            <a:graphicFrameLocks noGrp="1"/>
          </p:cNvGraphicFramePr>
          <p:nvPr>
            <p:ph idx="1"/>
            <p:extLst>
              <p:ext uri="{D42A27DB-BD31-4B8C-83A1-F6EECF244321}">
                <p14:modId xmlns:p14="http://schemas.microsoft.com/office/powerpoint/2010/main" val="729676482"/>
              </p:ext>
            </p:extLst>
          </p:nvPr>
        </p:nvGraphicFramePr>
        <p:xfrm>
          <a:off x="514350" y="2137228"/>
          <a:ext cx="7772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TM03457515[[fn=View]]</Template>
  <TotalTime>409</TotalTime>
  <Words>512</Words>
  <Application>Microsoft Office PowerPoint</Application>
  <PresentationFormat>On-screen Show (4:3)</PresentationFormat>
  <Paragraphs>54</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Century Schoolbook</vt:lpstr>
      <vt:lpstr>Consolas</vt:lpstr>
      <vt:lpstr>Times New Roman</vt:lpstr>
      <vt:lpstr>Wingdings 2</vt:lpstr>
      <vt:lpstr>View</vt:lpstr>
      <vt:lpstr>Namma Yatri</vt:lpstr>
      <vt:lpstr>Problem Statement</vt:lpstr>
      <vt:lpstr>Approach Used</vt:lpstr>
      <vt:lpstr>Data Sources</vt:lpstr>
      <vt:lpstr>Key DAX Measures</vt:lpstr>
      <vt:lpstr>Editing &amp; Modifications</vt:lpstr>
      <vt:lpstr>Business Insights</vt:lpstr>
      <vt:lpstr>Expected Outcomes</vt:lpstr>
      <vt:lpstr>Conclusion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Namma Yatri</dc:title>
  <dc:creator>Kavya</dc:creator>
  <dc:description>generated using python-pptx</dc:description>
  <cp:lastModifiedBy>Chandrasekhar Katta</cp:lastModifiedBy>
  <cp:revision>15</cp:revision>
  <dcterms:created xsi:type="dcterms:W3CDTF">2013-01-27T09:14:16Z</dcterms:created>
  <dcterms:modified xsi:type="dcterms:W3CDTF">2025-04-15T05:50:24Z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4d3e127-198c-416b-a2f6-2355bf7c4ef7_Enabled">
    <vt:lpwstr>true</vt:lpwstr>
  </property>
  <property fmtid="{D5CDD505-2E9C-101B-9397-08002B2CF9AE}" pid="3" name="MSIP_Label_b4d3e127-198c-416b-a2f6-2355bf7c4ef7_SetDate">
    <vt:lpwstr>2025-04-06T16:37:40Z</vt:lpwstr>
  </property>
  <property fmtid="{D5CDD505-2E9C-101B-9397-08002B2CF9AE}" pid="4" name="MSIP_Label_b4d3e127-198c-416b-a2f6-2355bf7c4ef7_Method">
    <vt:lpwstr>Standard</vt:lpwstr>
  </property>
  <property fmtid="{D5CDD505-2E9C-101B-9397-08002B2CF9AE}" pid="5" name="MSIP_Label_b4d3e127-198c-416b-a2f6-2355bf7c4ef7_Name">
    <vt:lpwstr>Public</vt:lpwstr>
  </property>
  <property fmtid="{D5CDD505-2E9C-101B-9397-08002B2CF9AE}" pid="6" name="MSIP_Label_b4d3e127-198c-416b-a2f6-2355bf7c4ef7_SiteId">
    <vt:lpwstr>59b60474-e282-44b5-881c-bb9ce815690c</vt:lpwstr>
  </property>
  <property fmtid="{D5CDD505-2E9C-101B-9397-08002B2CF9AE}" pid="7" name="MSIP_Label_b4d3e127-198c-416b-a2f6-2355bf7c4ef7_ActionId">
    <vt:lpwstr>877a9aae-beeb-4834-808e-d664d15104f3</vt:lpwstr>
  </property>
  <property fmtid="{D5CDD505-2E9C-101B-9397-08002B2CF9AE}" pid="8" name="MSIP_Label_b4d3e127-198c-416b-a2f6-2355bf7c4ef7_ContentBits">
    <vt:lpwstr>0</vt:lpwstr>
  </property>
  <property fmtid="{D5CDD505-2E9C-101B-9397-08002B2CF9AE}" pid="9" name="MSIP_Label_b4d3e127-198c-416b-a2f6-2355bf7c4ef7_Tag">
    <vt:lpwstr>10, 3, 0, 1</vt:lpwstr>
  </property>
</Properties>
</file>