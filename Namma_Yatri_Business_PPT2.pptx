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Namma Yatri – Power BI Business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Sejal Kanojia, Katta Chandra Sekhar, Archana Dinesh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ride-hailing industry faces key issues:</a:t>
            </a:r>
          </a:p>
          <a:p>
            <a:r>
              <a:t>- High trip cancellations</a:t>
            </a:r>
          </a:p>
          <a:p>
            <a:r>
              <a:t>- Demand-supply imbalances</a:t>
            </a:r>
          </a:p>
          <a:p>
            <a:r>
              <a:t>- Fare volatility</a:t>
            </a:r>
          </a:p>
          <a:p>
            <a:r>
              <a:t>- Low digital payment adoption</a:t>
            </a:r>
          </a:p>
          <a:p/>
          <a:p>
            <a:r>
              <a:t>Goal: Use data insights to drive smarter decision-making and improve customer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ride patterns to uncover inefficiencies</a:t>
            </a:r>
          </a:p>
          <a:p>
            <a:r>
              <a:t>- Optimize fare strategies for competitiveness</a:t>
            </a:r>
          </a:p>
          <a:p>
            <a:r>
              <a:t>- Align driver allocation with demand</a:t>
            </a:r>
          </a:p>
          <a:p>
            <a:r>
              <a:t>- Boost digital payment adoption via behavioral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Cleaning &amp; Transformation (Power Query)</a:t>
            </a:r>
          </a:p>
          <a:p>
            <a:r>
              <a:t>- Data Modeling &amp; Relationships (Power BI)</a:t>
            </a:r>
          </a:p>
          <a:p>
            <a:r>
              <a:t>- KPI Calculation using DAX</a:t>
            </a:r>
          </a:p>
          <a:p>
            <a:r>
              <a:t>- Dashboard Creation &amp; Insight Extraction</a:t>
            </a:r>
          </a:p>
          <a:p>
            <a:r>
              <a:t>- Business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Trips: ID, Fare, Duration, Distance, Driver/Customer ID</a:t>
            </a:r>
          </a:p>
          <a:p>
            <a:r>
              <a:t>- Trip Details: Interactions, Completions, Cancellations</a:t>
            </a:r>
          </a:p>
          <a:p>
            <a:r>
              <a:t>- Payment Methods: Cash, UPI, Debit Card</a:t>
            </a:r>
          </a:p>
          <a:p>
            <a:r>
              <a:t>- Assembly Locations: Pickup &amp; Drop-off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(DAX Measures)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Trips = COUNT(Trips[tripid])</a:t>
            </a:r>
          </a:p>
          <a:p>
            <a:r>
              <a:t>- Total Revenue = SUM(Trips[fare])</a:t>
            </a:r>
          </a:p>
          <a:p>
            <a:r>
              <a:t>- Average Fare = AVERAGE(Fare)</a:t>
            </a:r>
          </a:p>
          <a:p>
            <a:r>
              <a:t>- Top Pickup Locations = COUNT(Trips[loc_from])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duplicates &amp; handled missing values</a:t>
            </a:r>
          </a:p>
          <a:p>
            <a:r>
              <a:t>- Created time-based aggregations (peak hours, distance)</a:t>
            </a:r>
          </a:p>
          <a:p>
            <a:r>
              <a:t>- Established relationships between tables</a:t>
            </a:r>
          </a:p>
          <a:p>
            <a:r>
              <a:t>- Optimized Power BI queries for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drop-offs at fare estimation → Need for predictive pricing</a:t>
            </a:r>
          </a:p>
          <a:p>
            <a:r>
              <a:t>- Supply gaps in zones → Improve driver allocation</a:t>
            </a:r>
          </a:p>
          <a:p>
            <a:r>
              <a:t>- Peak-hour fare surges → Refine dynamic pricing</a:t>
            </a:r>
          </a:p>
          <a:p>
            <a:r>
              <a:t>- UPI growing, but cash dominates → Incentivize digital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Improved demand-supply alignment</a:t>
            </a:r>
          </a:p>
          <a:p>
            <a:r>
              <a:t>- AI-powered fare optimization</a:t>
            </a:r>
          </a:p>
          <a:p>
            <a:r>
              <a:t>- Increased digital payments</a:t>
            </a:r>
          </a:p>
          <a:p>
            <a:r>
              <a:t>- Better driver performance &amp;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data usage can enhance operational efficiency and customer experience. Next steps:</a:t>
            </a:r>
          </a:p>
          <a:p>
            <a:r>
              <a:t>- Deploy predictive models</a:t>
            </a:r>
          </a:p>
          <a:p>
            <a:r>
              <a:t>- Launch incentive programs</a:t>
            </a:r>
          </a:p>
          <a:p>
            <a:r>
              <a:t>- Monitor KPIs through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